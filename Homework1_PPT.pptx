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tags/tag1.xml" ContentType="application/vnd.openxmlformats-officedocument.presentationml.tags+xml"/>
  <Override PartName="/ppt/notesSlides/notesSlide1.xml" ContentType="application/vnd.openxmlformats-officedocument.presentationml.notesSlid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diagrams/data2.xml" ContentType="application/vnd.openxmlformats-officedocument.drawingml.diagramData+xml"/>
  <Override PartName="/ppt/diagrams/layout2.xml" ContentType="application/vnd.openxmlformats-officedocument.drawingml.diagramLayout+xml"/>
  <Override PartName="/ppt/diagrams/quickStyle2.xml" ContentType="application/vnd.openxmlformats-officedocument.drawingml.diagramStyle+xml"/>
  <Override PartName="/ppt/diagrams/colors2.xml" ContentType="application/vnd.openxmlformats-officedocument.drawingml.diagramColors+xml"/>
  <Override PartName="/ppt/diagrams/drawing2.xml" ContentType="application/vnd.ms-office.drawingml.diagramDrawing+xml"/>
  <Override PartName="/ppt/diagrams/data3.xml" ContentType="application/vnd.openxmlformats-officedocument.drawingml.diagramData+xml"/>
  <Override PartName="/ppt/diagrams/layout3.xml" ContentType="application/vnd.openxmlformats-officedocument.drawingml.diagramLayout+xml"/>
  <Override PartName="/ppt/diagrams/quickStyle3.xml" ContentType="application/vnd.openxmlformats-officedocument.drawingml.diagramStyle+xml"/>
  <Override PartName="/ppt/diagrams/colors3.xml" ContentType="application/vnd.openxmlformats-officedocument.drawingml.diagramColors+xml"/>
  <Override PartName="/ppt/diagrams/drawing3.xml" ContentType="application/vnd.ms-office.drawingml.diagramDrawing+xml"/>
  <Override PartName="/ppt/diagrams/data4.xml" ContentType="application/vnd.openxmlformats-officedocument.drawingml.diagramData+xml"/>
  <Override PartName="/ppt/diagrams/layout4.xml" ContentType="application/vnd.openxmlformats-officedocument.drawingml.diagramLayout+xml"/>
  <Override PartName="/ppt/diagrams/quickStyle4.xml" ContentType="application/vnd.openxmlformats-officedocument.drawingml.diagramStyle+xml"/>
  <Override PartName="/ppt/diagrams/colors4.xml" ContentType="application/vnd.openxmlformats-officedocument.drawingml.diagramColors+xml"/>
  <Override PartName="/ppt/diagrams/drawing4.xml" ContentType="application/vnd.ms-office.drawingml.diagramDrawing+xml"/>
  <Override PartName="/ppt/diagrams/data5.xml" ContentType="application/vnd.openxmlformats-officedocument.drawingml.diagramData+xml"/>
  <Override PartName="/ppt/diagrams/layout5.xml" ContentType="application/vnd.openxmlformats-officedocument.drawingml.diagramLayout+xml"/>
  <Override PartName="/ppt/diagrams/quickStyle5.xml" ContentType="application/vnd.openxmlformats-officedocument.drawingml.diagramStyle+xml"/>
  <Override PartName="/ppt/diagrams/colors5.xml" ContentType="application/vnd.openxmlformats-officedocument.drawingml.diagramColors+xml"/>
  <Override PartName="/ppt/diagrams/drawing5.xml" ContentType="application/vnd.ms-office.drawingml.diagramDrawing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notesMasterIdLst>
    <p:notesMasterId r:id="rId15"/>
  </p:notesMasterIdLst>
  <p:sldIdLst>
    <p:sldId id="256" r:id="rId2"/>
    <p:sldId id="270" r:id="rId3"/>
    <p:sldId id="271" r:id="rId4"/>
    <p:sldId id="272" r:id="rId5"/>
    <p:sldId id="273" r:id="rId6"/>
    <p:sldId id="274" r:id="rId7"/>
    <p:sldId id="262" r:id="rId8"/>
    <p:sldId id="263" r:id="rId9"/>
    <p:sldId id="265" r:id="rId10"/>
    <p:sldId id="275" r:id="rId11"/>
    <p:sldId id="266" r:id="rId12"/>
    <p:sldId id="276" r:id="rId13"/>
    <p:sldId id="278" r:id="rId14"/>
  </p:sldIdLst>
  <p:sldSz cx="9144000" cy="6858000" type="screen4x3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E9EFDC"/>
    <a:srgbClr val="B4D0CF"/>
    <a:srgbClr val="EEECE1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0"/>
    </p:ext>
    <p:ext uri="{FD5EFAAD-0ECE-453E-9831-46B23BE46B34}">
      <p15:chartTrackingRefBased xmlns:p15="http://schemas.microsoft.com/office/powerpoint/2012/main" val="0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F03D16FD-4CBA-4EE5-8E12-F1676007136C}" v="65" dt="2025-04-17T22:47:32.446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 snapToObjects="1">
      <p:cViewPr>
        <p:scale>
          <a:sx n="77" d="100"/>
          <a:sy n="77" d="100"/>
        </p:scale>
        <p:origin x="1618" y="82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theme" Target="theme/theme1.xml"/><Relationship Id="rId3" Type="http://schemas.openxmlformats.org/officeDocument/2006/relationships/slide" Target="slides/slide2.xml"/><Relationship Id="rId21" Type="http://schemas.microsoft.com/office/2015/10/relationships/revisionInfo" Target="revisionInfo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viewProps" Target="viewProps.xml"/><Relationship Id="rId2" Type="http://schemas.openxmlformats.org/officeDocument/2006/relationships/slide" Target="slides/slide1.xml"/><Relationship Id="rId16" Type="http://schemas.openxmlformats.org/officeDocument/2006/relationships/presProps" Target="presProps.xml"/><Relationship Id="rId20" Type="http://schemas.microsoft.com/office/2016/11/relationships/changesInfo" Target="changesInfos/changesInfo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notesMaster" Target="notesMasters/notesMaster1.xml"/><Relationship Id="rId10" Type="http://schemas.openxmlformats.org/officeDocument/2006/relationships/slide" Target="slides/slide9.xml"/><Relationship Id="rId19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Mehek Patel" userId="34b7358fd32dc096" providerId="LiveId" clId="{F03D16FD-4CBA-4EE5-8E12-F1676007136C}"/>
    <pc:docChg chg="undo redo custSel addSld delSld modSld sldOrd">
      <pc:chgData name="Mehek Patel" userId="34b7358fd32dc096" providerId="LiveId" clId="{F03D16FD-4CBA-4EE5-8E12-F1676007136C}" dt="2025-04-17T22:47:52.061" v="357" actId="14100"/>
      <pc:docMkLst>
        <pc:docMk/>
      </pc:docMkLst>
      <pc:sldChg chg="del">
        <pc:chgData name="Mehek Patel" userId="34b7358fd32dc096" providerId="LiveId" clId="{F03D16FD-4CBA-4EE5-8E12-F1676007136C}" dt="2025-04-17T21:53:51.007" v="4" actId="47"/>
        <pc:sldMkLst>
          <pc:docMk/>
          <pc:sldMk cId="0" sldId="257"/>
        </pc:sldMkLst>
      </pc:sldChg>
      <pc:sldChg chg="del">
        <pc:chgData name="Mehek Patel" userId="34b7358fd32dc096" providerId="LiveId" clId="{F03D16FD-4CBA-4EE5-8E12-F1676007136C}" dt="2025-04-17T22:14:39.170" v="119" actId="47"/>
        <pc:sldMkLst>
          <pc:docMk/>
          <pc:sldMk cId="0" sldId="258"/>
        </pc:sldMkLst>
      </pc:sldChg>
      <pc:sldChg chg="del">
        <pc:chgData name="Mehek Patel" userId="34b7358fd32dc096" providerId="LiveId" clId="{F03D16FD-4CBA-4EE5-8E12-F1676007136C}" dt="2025-04-17T22:19:14.973" v="133" actId="47"/>
        <pc:sldMkLst>
          <pc:docMk/>
          <pc:sldMk cId="0" sldId="259"/>
        </pc:sldMkLst>
      </pc:sldChg>
      <pc:sldChg chg="del">
        <pc:chgData name="Mehek Patel" userId="34b7358fd32dc096" providerId="LiveId" clId="{F03D16FD-4CBA-4EE5-8E12-F1676007136C}" dt="2025-04-17T22:25:30.896" v="178" actId="47"/>
        <pc:sldMkLst>
          <pc:docMk/>
          <pc:sldMk cId="0" sldId="260"/>
        </pc:sldMkLst>
      </pc:sldChg>
      <pc:sldChg chg="del">
        <pc:chgData name="Mehek Patel" userId="34b7358fd32dc096" providerId="LiveId" clId="{F03D16FD-4CBA-4EE5-8E12-F1676007136C}" dt="2025-04-17T22:26:15.891" v="182" actId="47"/>
        <pc:sldMkLst>
          <pc:docMk/>
          <pc:sldMk cId="0" sldId="261"/>
        </pc:sldMkLst>
      </pc:sldChg>
      <pc:sldChg chg="addSp delSp modSp add del mod setBg">
        <pc:chgData name="Mehek Patel" userId="34b7358fd32dc096" providerId="LiveId" clId="{F03D16FD-4CBA-4EE5-8E12-F1676007136C}" dt="2025-04-17T22:23:54.431" v="170" actId="14100"/>
        <pc:sldMkLst>
          <pc:docMk/>
          <pc:sldMk cId="0" sldId="262"/>
        </pc:sldMkLst>
        <pc:spChg chg="mod">
          <ac:chgData name="Mehek Patel" userId="34b7358fd32dc096" providerId="LiveId" clId="{F03D16FD-4CBA-4EE5-8E12-F1676007136C}" dt="2025-04-17T22:23:18.765" v="159" actId="1076"/>
          <ac:spMkLst>
            <pc:docMk/>
            <pc:sldMk cId="0" sldId="262"/>
            <ac:spMk id="2" creationId="{00000000-0000-0000-0000-000000000000}"/>
          </ac:spMkLst>
        </pc:spChg>
        <pc:spChg chg="add del mod">
          <ac:chgData name="Mehek Patel" userId="34b7358fd32dc096" providerId="LiveId" clId="{F03D16FD-4CBA-4EE5-8E12-F1676007136C}" dt="2025-04-17T22:23:54.431" v="170" actId="14100"/>
          <ac:spMkLst>
            <pc:docMk/>
            <pc:sldMk cId="0" sldId="262"/>
            <ac:spMk id="3" creationId="{00000000-0000-0000-0000-000000000000}"/>
          </ac:spMkLst>
        </pc:spChg>
        <pc:spChg chg="add">
          <ac:chgData name="Mehek Patel" userId="34b7358fd32dc096" providerId="LiveId" clId="{F03D16FD-4CBA-4EE5-8E12-F1676007136C}" dt="2025-04-17T22:21:51.388" v="147" actId="26606"/>
          <ac:spMkLst>
            <pc:docMk/>
            <pc:sldMk cId="0" sldId="262"/>
            <ac:spMk id="7" creationId="{01D4315C-C23C-4FD3-98DF-08C29E2292A8}"/>
          </ac:spMkLst>
        </pc:spChg>
        <pc:spChg chg="add">
          <ac:chgData name="Mehek Patel" userId="34b7358fd32dc096" providerId="LiveId" clId="{F03D16FD-4CBA-4EE5-8E12-F1676007136C}" dt="2025-04-17T22:21:51.388" v="147" actId="26606"/>
          <ac:spMkLst>
            <pc:docMk/>
            <pc:sldMk cId="0" sldId="262"/>
            <ac:spMk id="8" creationId="{815925C2-A704-4D47-B1C1-3FCA52512EC1}"/>
          </ac:spMkLst>
        </pc:spChg>
        <pc:spChg chg="add del">
          <ac:chgData name="Mehek Patel" userId="34b7358fd32dc096" providerId="LiveId" clId="{F03D16FD-4CBA-4EE5-8E12-F1676007136C}" dt="2025-04-17T22:20:24.570" v="142" actId="26606"/>
          <ac:spMkLst>
            <pc:docMk/>
            <pc:sldMk cId="0" sldId="262"/>
            <ac:spMk id="10" creationId="{B50AB553-2A96-4A92-96F2-93548E096954}"/>
          </ac:spMkLst>
        </pc:spChg>
        <pc:grpChg chg="add">
          <ac:chgData name="Mehek Patel" userId="34b7358fd32dc096" providerId="LiveId" clId="{F03D16FD-4CBA-4EE5-8E12-F1676007136C}" dt="2025-04-17T22:21:51.388" v="147" actId="26606"/>
          <ac:grpSpMkLst>
            <pc:docMk/>
            <pc:sldMk cId="0" sldId="262"/>
            <ac:grpSpMk id="12" creationId="{5E6B47BC-43FD-4C91-8BFF-B41B99A8A39E}"/>
          </ac:grpSpMkLst>
        </pc:grpChg>
        <pc:grpChg chg="add">
          <ac:chgData name="Mehek Patel" userId="34b7358fd32dc096" providerId="LiveId" clId="{F03D16FD-4CBA-4EE5-8E12-F1676007136C}" dt="2025-04-17T22:21:51.388" v="147" actId="26606"/>
          <ac:grpSpMkLst>
            <pc:docMk/>
            <pc:sldMk cId="0" sldId="262"/>
            <ac:grpSpMk id="16" creationId="{43F5E015-E085-4624-B431-B42414448684}"/>
          </ac:grpSpMkLst>
        </pc:grpChg>
        <pc:graphicFrameChg chg="add del mod">
          <ac:chgData name="Mehek Patel" userId="34b7358fd32dc096" providerId="LiveId" clId="{F03D16FD-4CBA-4EE5-8E12-F1676007136C}" dt="2025-04-17T22:20:24.570" v="142" actId="26606"/>
          <ac:graphicFrameMkLst>
            <pc:docMk/>
            <pc:sldMk cId="0" sldId="262"/>
            <ac:graphicFrameMk id="5" creationId="{B9667BDF-135A-4ADA-A2B7-151D7E090E13}"/>
          </ac:graphicFrameMkLst>
        </pc:graphicFrameChg>
        <pc:picChg chg="add del mod">
          <ac:chgData name="Mehek Patel" userId="34b7358fd32dc096" providerId="LiveId" clId="{F03D16FD-4CBA-4EE5-8E12-F1676007136C}" dt="2025-04-17T22:20:24.570" v="142" actId="26606"/>
          <ac:picMkLst>
            <pc:docMk/>
            <pc:sldMk cId="0" sldId="262"/>
            <ac:picMk id="6" creationId="{383C89AA-665B-E64A-7C10-C0985357D204}"/>
          </ac:picMkLst>
        </pc:picChg>
      </pc:sldChg>
      <pc:sldChg chg="addSp delSp modSp add mod setBg">
        <pc:chgData name="Mehek Patel" userId="34b7358fd32dc096" providerId="LiveId" clId="{F03D16FD-4CBA-4EE5-8E12-F1676007136C}" dt="2025-04-17T22:35:04.186" v="251" actId="1076"/>
        <pc:sldMkLst>
          <pc:docMk/>
          <pc:sldMk cId="0" sldId="263"/>
        </pc:sldMkLst>
        <pc:spChg chg="mod">
          <ac:chgData name="Mehek Patel" userId="34b7358fd32dc096" providerId="LiveId" clId="{F03D16FD-4CBA-4EE5-8E12-F1676007136C}" dt="2025-04-17T22:35:04.186" v="251" actId="1076"/>
          <ac:spMkLst>
            <pc:docMk/>
            <pc:sldMk cId="0" sldId="263"/>
            <ac:spMk id="2" creationId="{00000000-0000-0000-0000-000000000000}"/>
          </ac:spMkLst>
        </pc:spChg>
        <pc:spChg chg="del">
          <ac:chgData name="Mehek Patel" userId="34b7358fd32dc096" providerId="LiveId" clId="{F03D16FD-4CBA-4EE5-8E12-F1676007136C}" dt="2025-04-17T22:24:19.959" v="172" actId="26606"/>
          <ac:spMkLst>
            <pc:docMk/>
            <pc:sldMk cId="0" sldId="263"/>
            <ac:spMk id="3" creationId="{00000000-0000-0000-0000-000000000000}"/>
          </ac:spMkLst>
        </pc:spChg>
        <pc:spChg chg="add del">
          <ac:chgData name="Mehek Patel" userId="34b7358fd32dc096" providerId="LiveId" clId="{F03D16FD-4CBA-4EE5-8E12-F1676007136C}" dt="2025-04-17T22:31:35.905" v="225" actId="26606"/>
          <ac:spMkLst>
            <pc:docMk/>
            <pc:sldMk cId="0" sldId="263"/>
            <ac:spMk id="10" creationId="{B50AB553-2A96-4A92-96F2-93548E096954}"/>
          </ac:spMkLst>
        </pc:spChg>
        <pc:spChg chg="add del">
          <ac:chgData name="Mehek Patel" userId="34b7358fd32dc096" providerId="LiveId" clId="{F03D16FD-4CBA-4EE5-8E12-F1676007136C}" dt="2025-04-17T22:31:35.811" v="224" actId="26606"/>
          <ac:spMkLst>
            <pc:docMk/>
            <pc:sldMk cId="0" sldId="263"/>
            <ac:spMk id="15" creationId="{257363FD-7E77-4145-9483-331A807ADF0E}"/>
          </ac:spMkLst>
        </pc:spChg>
        <pc:spChg chg="add">
          <ac:chgData name="Mehek Patel" userId="34b7358fd32dc096" providerId="LiveId" clId="{F03D16FD-4CBA-4EE5-8E12-F1676007136C}" dt="2025-04-17T22:31:35.905" v="225" actId="26606"/>
          <ac:spMkLst>
            <pc:docMk/>
            <pc:sldMk cId="0" sldId="263"/>
            <ac:spMk id="17" creationId="{4E5CBA61-BF74-40B4-A3A8-366BBA626CCF}"/>
          </ac:spMkLst>
        </pc:spChg>
        <pc:spChg chg="add">
          <ac:chgData name="Mehek Patel" userId="34b7358fd32dc096" providerId="LiveId" clId="{F03D16FD-4CBA-4EE5-8E12-F1676007136C}" dt="2025-04-17T22:31:35.905" v="225" actId="26606"/>
          <ac:spMkLst>
            <pc:docMk/>
            <pc:sldMk cId="0" sldId="263"/>
            <ac:spMk id="18" creationId="{C3420C89-0B09-4632-A4AF-3971D08BF7A8}"/>
          </ac:spMkLst>
        </pc:spChg>
        <pc:grpChg chg="add">
          <ac:chgData name="Mehek Patel" userId="34b7358fd32dc096" providerId="LiveId" clId="{F03D16FD-4CBA-4EE5-8E12-F1676007136C}" dt="2025-04-17T22:31:35.905" v="225" actId="26606"/>
          <ac:grpSpMkLst>
            <pc:docMk/>
            <pc:sldMk cId="0" sldId="263"/>
            <ac:grpSpMk id="19" creationId="{AC27E70C-5470-4262-B9CE-AE52C51CF4C1}"/>
          </ac:grpSpMkLst>
        </pc:grpChg>
        <pc:grpChg chg="add">
          <ac:chgData name="Mehek Patel" userId="34b7358fd32dc096" providerId="LiveId" clId="{F03D16FD-4CBA-4EE5-8E12-F1676007136C}" dt="2025-04-17T22:31:35.905" v="225" actId="26606"/>
          <ac:grpSpMkLst>
            <pc:docMk/>
            <pc:sldMk cId="0" sldId="263"/>
            <ac:grpSpMk id="23" creationId="{E27AF472-EAE3-4572-AB69-B92BD10DBC6D}"/>
          </ac:grpSpMkLst>
        </pc:grpChg>
        <pc:graphicFrameChg chg="add mod modGraphic">
          <ac:chgData name="Mehek Patel" userId="34b7358fd32dc096" providerId="LiveId" clId="{F03D16FD-4CBA-4EE5-8E12-F1676007136C}" dt="2025-04-17T22:34:46.252" v="248" actId="20577"/>
          <ac:graphicFrameMkLst>
            <pc:docMk/>
            <pc:sldMk cId="0" sldId="263"/>
            <ac:graphicFrameMk id="5" creationId="{8C23B36E-5C36-F905-7B73-5F71B81264F0}"/>
          </ac:graphicFrameMkLst>
        </pc:graphicFrameChg>
        <pc:picChg chg="add del mod">
          <ac:chgData name="Mehek Patel" userId="34b7358fd32dc096" providerId="LiveId" clId="{F03D16FD-4CBA-4EE5-8E12-F1676007136C}" dt="2025-04-17T22:31:38.445" v="226" actId="478"/>
          <ac:picMkLst>
            <pc:docMk/>
            <pc:sldMk cId="0" sldId="263"/>
            <ac:picMk id="6" creationId="{EF9C6072-AD27-E67B-B839-962D871DEA7C}"/>
          </ac:picMkLst>
        </pc:picChg>
      </pc:sldChg>
      <pc:sldChg chg="del">
        <pc:chgData name="Mehek Patel" userId="34b7358fd32dc096" providerId="LiveId" clId="{F03D16FD-4CBA-4EE5-8E12-F1676007136C}" dt="2025-04-17T22:26:06.564" v="181" actId="47"/>
        <pc:sldMkLst>
          <pc:docMk/>
          <pc:sldMk cId="0" sldId="264"/>
        </pc:sldMkLst>
      </pc:sldChg>
      <pc:sldChg chg="ord">
        <pc:chgData name="Mehek Patel" userId="34b7358fd32dc096" providerId="LiveId" clId="{F03D16FD-4CBA-4EE5-8E12-F1676007136C}" dt="2025-04-17T22:35:18.344" v="253"/>
        <pc:sldMkLst>
          <pc:docMk/>
          <pc:sldMk cId="0" sldId="265"/>
        </pc:sldMkLst>
      </pc:sldChg>
      <pc:sldChg chg="modSp">
        <pc:chgData name="Mehek Patel" userId="34b7358fd32dc096" providerId="LiveId" clId="{F03D16FD-4CBA-4EE5-8E12-F1676007136C}" dt="2025-04-17T22:30:44.773" v="220" actId="2711"/>
        <pc:sldMkLst>
          <pc:docMk/>
          <pc:sldMk cId="0" sldId="266"/>
        </pc:sldMkLst>
        <pc:graphicFrameChg chg="mod">
          <ac:chgData name="Mehek Patel" userId="34b7358fd32dc096" providerId="LiveId" clId="{F03D16FD-4CBA-4EE5-8E12-F1676007136C}" dt="2025-04-17T22:30:44.773" v="220" actId="2711"/>
          <ac:graphicFrameMkLst>
            <pc:docMk/>
            <pc:sldMk cId="0" sldId="266"/>
            <ac:graphicFrameMk id="5" creationId="{3A5950E0-5461-844F-8DD7-E1890F0AF80C}"/>
          </ac:graphicFrameMkLst>
        </pc:graphicFrameChg>
      </pc:sldChg>
      <pc:sldChg chg="del">
        <pc:chgData name="Mehek Patel" userId="34b7358fd32dc096" providerId="LiveId" clId="{F03D16FD-4CBA-4EE5-8E12-F1676007136C}" dt="2025-04-17T22:25:51.226" v="180" actId="47"/>
        <pc:sldMkLst>
          <pc:docMk/>
          <pc:sldMk cId="0" sldId="267"/>
        </pc:sldMkLst>
      </pc:sldChg>
      <pc:sldChg chg="del">
        <pc:chgData name="Mehek Patel" userId="34b7358fd32dc096" providerId="LiveId" clId="{F03D16FD-4CBA-4EE5-8E12-F1676007136C}" dt="2025-04-17T22:25:46.049" v="179" actId="47"/>
        <pc:sldMkLst>
          <pc:docMk/>
          <pc:sldMk cId="4106931999" sldId="268"/>
        </pc:sldMkLst>
      </pc:sldChg>
      <pc:sldChg chg="del">
        <pc:chgData name="Mehek Patel" userId="34b7358fd32dc096" providerId="LiveId" clId="{F03D16FD-4CBA-4EE5-8E12-F1676007136C}" dt="2025-04-17T22:30:09.618" v="216" actId="47"/>
        <pc:sldMkLst>
          <pc:docMk/>
          <pc:sldMk cId="3515383254" sldId="269"/>
        </pc:sldMkLst>
      </pc:sldChg>
      <pc:sldChg chg="addSp modSp add mod ord setBg">
        <pc:chgData name="Mehek Patel" userId="34b7358fd32dc096" providerId="LiveId" clId="{F03D16FD-4CBA-4EE5-8E12-F1676007136C}" dt="2025-04-17T21:55:58.056" v="16" actId="1076"/>
        <pc:sldMkLst>
          <pc:docMk/>
          <pc:sldMk cId="0" sldId="270"/>
        </pc:sldMkLst>
        <pc:spChg chg="mod">
          <ac:chgData name="Mehek Patel" userId="34b7358fd32dc096" providerId="LiveId" clId="{F03D16FD-4CBA-4EE5-8E12-F1676007136C}" dt="2025-04-17T21:55:58.056" v="16" actId="1076"/>
          <ac:spMkLst>
            <pc:docMk/>
            <pc:sldMk cId="0" sldId="270"/>
            <ac:spMk id="2" creationId="{00000000-0000-0000-0000-000000000000}"/>
          </ac:spMkLst>
        </pc:spChg>
        <pc:spChg chg="mod">
          <ac:chgData name="Mehek Patel" userId="34b7358fd32dc096" providerId="LiveId" clId="{F03D16FD-4CBA-4EE5-8E12-F1676007136C}" dt="2025-04-17T21:54:20.358" v="12" actId="5793"/>
          <ac:spMkLst>
            <pc:docMk/>
            <pc:sldMk cId="0" sldId="270"/>
            <ac:spMk id="3" creationId="{00000000-0000-0000-0000-000000000000}"/>
          </ac:spMkLst>
        </pc:spChg>
        <pc:spChg chg="add">
          <ac:chgData name="Mehek Patel" userId="34b7358fd32dc096" providerId="LiveId" clId="{F03D16FD-4CBA-4EE5-8E12-F1676007136C}" dt="2025-04-17T21:53:02.699" v="3" actId="26606"/>
          <ac:spMkLst>
            <pc:docMk/>
            <pc:sldMk cId="0" sldId="270"/>
            <ac:spMk id="8" creationId="{44D65982-4F00-4330-8DAA-DE6A9E4D6D23}"/>
          </ac:spMkLst>
        </pc:spChg>
        <pc:spChg chg="add">
          <ac:chgData name="Mehek Patel" userId="34b7358fd32dc096" providerId="LiveId" clId="{F03D16FD-4CBA-4EE5-8E12-F1676007136C}" dt="2025-04-17T21:53:02.699" v="3" actId="26606"/>
          <ac:spMkLst>
            <pc:docMk/>
            <pc:sldMk cId="0" sldId="270"/>
            <ac:spMk id="10" creationId="{009115B9-5BFD-478D-9C87-29ADB3AF1721}"/>
          </ac:spMkLst>
        </pc:spChg>
        <pc:grpChg chg="add">
          <ac:chgData name="Mehek Patel" userId="34b7358fd32dc096" providerId="LiveId" clId="{F03D16FD-4CBA-4EE5-8E12-F1676007136C}" dt="2025-04-17T21:53:02.699" v="3" actId="26606"/>
          <ac:grpSpMkLst>
            <pc:docMk/>
            <pc:sldMk cId="0" sldId="270"/>
            <ac:grpSpMk id="12" creationId="{8D57F946-2E03-4DE1-91F8-25BEDC663563}"/>
          </ac:grpSpMkLst>
        </pc:grpChg>
        <pc:grpChg chg="add">
          <ac:chgData name="Mehek Patel" userId="34b7358fd32dc096" providerId="LiveId" clId="{F03D16FD-4CBA-4EE5-8E12-F1676007136C}" dt="2025-04-17T21:53:02.699" v="3" actId="26606"/>
          <ac:grpSpMkLst>
            <pc:docMk/>
            <pc:sldMk cId="0" sldId="270"/>
            <ac:grpSpMk id="16" creationId="{43F5E015-E085-4624-B431-B42414448684}"/>
          </ac:grpSpMkLst>
        </pc:grpChg>
      </pc:sldChg>
      <pc:sldChg chg="addSp delSp modSp add mod setBg">
        <pc:chgData name="Mehek Patel" userId="34b7358fd32dc096" providerId="LiveId" clId="{F03D16FD-4CBA-4EE5-8E12-F1676007136C}" dt="2025-04-17T22:13:28.660" v="118" actId="20577"/>
        <pc:sldMkLst>
          <pc:docMk/>
          <pc:sldMk cId="0" sldId="271"/>
        </pc:sldMkLst>
        <pc:spChg chg="mod">
          <ac:chgData name="Mehek Patel" userId="34b7358fd32dc096" providerId="LiveId" clId="{F03D16FD-4CBA-4EE5-8E12-F1676007136C}" dt="2025-04-17T21:56:15.882" v="17" actId="2711"/>
          <ac:spMkLst>
            <pc:docMk/>
            <pc:sldMk cId="0" sldId="271"/>
            <ac:spMk id="2" creationId="{00000000-0000-0000-0000-000000000000}"/>
          </ac:spMkLst>
        </pc:spChg>
        <pc:spChg chg="del mod">
          <ac:chgData name="Mehek Patel" userId="34b7358fd32dc096" providerId="LiveId" clId="{F03D16FD-4CBA-4EE5-8E12-F1676007136C}" dt="2025-04-17T21:57:41.683" v="30" actId="26606"/>
          <ac:spMkLst>
            <pc:docMk/>
            <pc:sldMk cId="0" sldId="271"/>
            <ac:spMk id="3" creationId="{00000000-0000-0000-0000-000000000000}"/>
          </ac:spMkLst>
        </pc:spChg>
        <pc:spChg chg="add">
          <ac:chgData name="Mehek Patel" userId="34b7358fd32dc096" providerId="LiveId" clId="{F03D16FD-4CBA-4EE5-8E12-F1676007136C}" dt="2025-04-17T21:55:26.073" v="14" actId="26606"/>
          <ac:spMkLst>
            <pc:docMk/>
            <pc:sldMk cId="0" sldId="271"/>
            <ac:spMk id="8" creationId="{815925C2-A704-4D47-B1C1-3FCA52512EC1}"/>
          </ac:spMkLst>
        </pc:spChg>
        <pc:spChg chg="add">
          <ac:chgData name="Mehek Patel" userId="34b7358fd32dc096" providerId="LiveId" clId="{F03D16FD-4CBA-4EE5-8E12-F1676007136C}" dt="2025-04-17T21:55:26.073" v="14" actId="26606"/>
          <ac:spMkLst>
            <pc:docMk/>
            <pc:sldMk cId="0" sldId="271"/>
            <ac:spMk id="10" creationId="{01D4315C-C23C-4FD3-98DF-08C29E2292A8}"/>
          </ac:spMkLst>
        </pc:spChg>
        <pc:grpChg chg="add">
          <ac:chgData name="Mehek Patel" userId="34b7358fd32dc096" providerId="LiveId" clId="{F03D16FD-4CBA-4EE5-8E12-F1676007136C}" dt="2025-04-17T21:55:26.073" v="14" actId="26606"/>
          <ac:grpSpMkLst>
            <pc:docMk/>
            <pc:sldMk cId="0" sldId="271"/>
            <ac:grpSpMk id="12" creationId="{5E6B47BC-43FD-4C91-8BFF-B41B99A8A39E}"/>
          </ac:grpSpMkLst>
        </pc:grpChg>
        <pc:grpChg chg="add">
          <ac:chgData name="Mehek Patel" userId="34b7358fd32dc096" providerId="LiveId" clId="{F03D16FD-4CBA-4EE5-8E12-F1676007136C}" dt="2025-04-17T21:55:26.073" v="14" actId="26606"/>
          <ac:grpSpMkLst>
            <pc:docMk/>
            <pc:sldMk cId="0" sldId="271"/>
            <ac:grpSpMk id="16" creationId="{43F5E015-E085-4624-B431-B42414448684}"/>
          </ac:grpSpMkLst>
        </pc:grpChg>
        <pc:graphicFrameChg chg="add mod">
          <ac:chgData name="Mehek Patel" userId="34b7358fd32dc096" providerId="LiveId" clId="{F03D16FD-4CBA-4EE5-8E12-F1676007136C}" dt="2025-04-17T22:13:28.660" v="118" actId="20577"/>
          <ac:graphicFrameMkLst>
            <pc:docMk/>
            <pc:sldMk cId="0" sldId="271"/>
            <ac:graphicFrameMk id="25" creationId="{CE589F61-7759-AA1B-006F-C03F91A58187}"/>
          </ac:graphicFrameMkLst>
        </pc:graphicFrameChg>
      </pc:sldChg>
      <pc:sldChg chg="addSp modSp add mod setBg">
        <pc:chgData name="Mehek Patel" userId="34b7358fd32dc096" providerId="LiveId" clId="{F03D16FD-4CBA-4EE5-8E12-F1676007136C}" dt="2025-04-17T22:07:34.458" v="89" actId="1035"/>
        <pc:sldMkLst>
          <pc:docMk/>
          <pc:sldMk cId="0" sldId="272"/>
        </pc:sldMkLst>
        <pc:spChg chg="mod">
          <ac:chgData name="Mehek Patel" userId="34b7358fd32dc096" providerId="LiveId" clId="{F03D16FD-4CBA-4EE5-8E12-F1676007136C}" dt="2025-04-17T22:07:34.458" v="89" actId="1035"/>
          <ac:spMkLst>
            <pc:docMk/>
            <pc:sldMk cId="0" sldId="272"/>
            <ac:spMk id="2" creationId="{00000000-0000-0000-0000-000000000000}"/>
          </ac:spMkLst>
        </pc:spChg>
        <pc:spChg chg="mod">
          <ac:chgData name="Mehek Patel" userId="34b7358fd32dc096" providerId="LiveId" clId="{F03D16FD-4CBA-4EE5-8E12-F1676007136C}" dt="2025-04-17T22:02:35.278" v="76" actId="5793"/>
          <ac:spMkLst>
            <pc:docMk/>
            <pc:sldMk cId="0" sldId="272"/>
            <ac:spMk id="3" creationId="{00000000-0000-0000-0000-000000000000}"/>
          </ac:spMkLst>
        </pc:spChg>
        <pc:spChg chg="add">
          <ac:chgData name="Mehek Patel" userId="34b7358fd32dc096" providerId="LiveId" clId="{F03D16FD-4CBA-4EE5-8E12-F1676007136C}" dt="2025-04-17T22:00:32.151" v="40" actId="26606"/>
          <ac:spMkLst>
            <pc:docMk/>
            <pc:sldMk cId="0" sldId="272"/>
            <ac:spMk id="8" creationId="{44D65982-4F00-4330-8DAA-DE6A9E4D6D23}"/>
          </ac:spMkLst>
        </pc:spChg>
        <pc:spChg chg="add">
          <ac:chgData name="Mehek Patel" userId="34b7358fd32dc096" providerId="LiveId" clId="{F03D16FD-4CBA-4EE5-8E12-F1676007136C}" dt="2025-04-17T22:00:32.151" v="40" actId="26606"/>
          <ac:spMkLst>
            <pc:docMk/>
            <pc:sldMk cId="0" sldId="272"/>
            <ac:spMk id="10" creationId="{009115B9-5BFD-478D-9C87-29ADB3AF1721}"/>
          </ac:spMkLst>
        </pc:spChg>
        <pc:grpChg chg="add">
          <ac:chgData name="Mehek Patel" userId="34b7358fd32dc096" providerId="LiveId" clId="{F03D16FD-4CBA-4EE5-8E12-F1676007136C}" dt="2025-04-17T22:00:32.151" v="40" actId="26606"/>
          <ac:grpSpMkLst>
            <pc:docMk/>
            <pc:sldMk cId="0" sldId="272"/>
            <ac:grpSpMk id="12" creationId="{8D57F946-2E03-4DE1-91F8-25BEDC663563}"/>
          </ac:grpSpMkLst>
        </pc:grpChg>
        <pc:grpChg chg="add">
          <ac:chgData name="Mehek Patel" userId="34b7358fd32dc096" providerId="LiveId" clId="{F03D16FD-4CBA-4EE5-8E12-F1676007136C}" dt="2025-04-17T22:00:32.151" v="40" actId="26606"/>
          <ac:grpSpMkLst>
            <pc:docMk/>
            <pc:sldMk cId="0" sldId="272"/>
            <ac:grpSpMk id="16" creationId="{43F5E015-E085-4624-B431-B42414448684}"/>
          </ac:grpSpMkLst>
        </pc:grpChg>
      </pc:sldChg>
      <pc:sldChg chg="addSp modSp add mod setBg">
        <pc:chgData name="Mehek Patel" userId="34b7358fd32dc096" providerId="LiveId" clId="{F03D16FD-4CBA-4EE5-8E12-F1676007136C}" dt="2025-04-17T22:09:55.504" v="107" actId="14100"/>
        <pc:sldMkLst>
          <pc:docMk/>
          <pc:sldMk cId="0" sldId="273"/>
        </pc:sldMkLst>
        <pc:spChg chg="mod">
          <ac:chgData name="Mehek Patel" userId="34b7358fd32dc096" providerId="LiveId" clId="{F03D16FD-4CBA-4EE5-8E12-F1676007136C}" dt="2025-04-17T22:08:47.949" v="92" actId="2711"/>
          <ac:spMkLst>
            <pc:docMk/>
            <pc:sldMk cId="0" sldId="273"/>
            <ac:spMk id="2" creationId="{00000000-0000-0000-0000-000000000000}"/>
          </ac:spMkLst>
        </pc:spChg>
        <pc:spChg chg="mod">
          <ac:chgData name="Mehek Patel" userId="34b7358fd32dc096" providerId="LiveId" clId="{F03D16FD-4CBA-4EE5-8E12-F1676007136C}" dt="2025-04-17T22:09:55.504" v="107" actId="14100"/>
          <ac:spMkLst>
            <pc:docMk/>
            <pc:sldMk cId="0" sldId="273"/>
            <ac:spMk id="3" creationId="{00000000-0000-0000-0000-000000000000}"/>
          </ac:spMkLst>
        </pc:spChg>
        <pc:spChg chg="add">
          <ac:chgData name="Mehek Patel" userId="34b7358fd32dc096" providerId="LiveId" clId="{F03D16FD-4CBA-4EE5-8E12-F1676007136C}" dt="2025-04-17T22:08:36.098" v="91" actId="26606"/>
          <ac:spMkLst>
            <pc:docMk/>
            <pc:sldMk cId="0" sldId="273"/>
            <ac:spMk id="8" creationId="{815925C2-A704-4D47-B1C1-3FCA52512EC1}"/>
          </ac:spMkLst>
        </pc:spChg>
        <pc:spChg chg="add">
          <ac:chgData name="Mehek Patel" userId="34b7358fd32dc096" providerId="LiveId" clId="{F03D16FD-4CBA-4EE5-8E12-F1676007136C}" dt="2025-04-17T22:08:36.098" v="91" actId="26606"/>
          <ac:spMkLst>
            <pc:docMk/>
            <pc:sldMk cId="0" sldId="273"/>
            <ac:spMk id="10" creationId="{01D4315C-C23C-4FD3-98DF-08C29E2292A8}"/>
          </ac:spMkLst>
        </pc:spChg>
        <pc:grpChg chg="add">
          <ac:chgData name="Mehek Patel" userId="34b7358fd32dc096" providerId="LiveId" clId="{F03D16FD-4CBA-4EE5-8E12-F1676007136C}" dt="2025-04-17T22:08:36.098" v="91" actId="26606"/>
          <ac:grpSpMkLst>
            <pc:docMk/>
            <pc:sldMk cId="0" sldId="273"/>
            <ac:grpSpMk id="12" creationId="{5E6B47BC-43FD-4C91-8BFF-B41B99A8A39E}"/>
          </ac:grpSpMkLst>
        </pc:grpChg>
        <pc:grpChg chg="add">
          <ac:chgData name="Mehek Patel" userId="34b7358fd32dc096" providerId="LiveId" clId="{F03D16FD-4CBA-4EE5-8E12-F1676007136C}" dt="2025-04-17T22:08:36.098" v="91" actId="26606"/>
          <ac:grpSpMkLst>
            <pc:docMk/>
            <pc:sldMk cId="0" sldId="273"/>
            <ac:grpSpMk id="16" creationId="{43F5E015-E085-4624-B431-B42414448684}"/>
          </ac:grpSpMkLst>
        </pc:grpChg>
      </pc:sldChg>
      <pc:sldChg chg="addSp delSp modSp add mod setBg">
        <pc:chgData name="Mehek Patel" userId="34b7358fd32dc096" providerId="LiveId" clId="{F03D16FD-4CBA-4EE5-8E12-F1676007136C}" dt="2025-04-17T22:19:01.249" v="132" actId="1076"/>
        <pc:sldMkLst>
          <pc:docMk/>
          <pc:sldMk cId="0" sldId="274"/>
        </pc:sldMkLst>
        <pc:spChg chg="mod">
          <ac:chgData name="Mehek Patel" userId="34b7358fd32dc096" providerId="LiveId" clId="{F03D16FD-4CBA-4EE5-8E12-F1676007136C}" dt="2025-04-17T22:19:01.249" v="132" actId="1076"/>
          <ac:spMkLst>
            <pc:docMk/>
            <pc:sldMk cId="0" sldId="274"/>
            <ac:spMk id="2" creationId="{00000000-0000-0000-0000-000000000000}"/>
          </ac:spMkLst>
        </pc:spChg>
        <pc:spChg chg="del">
          <ac:chgData name="Mehek Patel" userId="34b7358fd32dc096" providerId="LiveId" clId="{F03D16FD-4CBA-4EE5-8E12-F1676007136C}" dt="2025-04-17T22:15:58.589" v="122" actId="26606"/>
          <ac:spMkLst>
            <pc:docMk/>
            <pc:sldMk cId="0" sldId="274"/>
            <ac:spMk id="3" creationId="{00000000-0000-0000-0000-000000000000}"/>
          </ac:spMkLst>
        </pc:spChg>
        <pc:spChg chg="add">
          <ac:chgData name="Mehek Patel" userId="34b7358fd32dc096" providerId="LiveId" clId="{F03D16FD-4CBA-4EE5-8E12-F1676007136C}" dt="2025-04-17T22:15:58.589" v="122" actId="26606"/>
          <ac:spMkLst>
            <pc:docMk/>
            <pc:sldMk cId="0" sldId="274"/>
            <ac:spMk id="9" creationId="{8DF67618-B87B-4195-8E24-3B126F79FF55}"/>
          </ac:spMkLst>
        </pc:spChg>
        <pc:spChg chg="add">
          <ac:chgData name="Mehek Patel" userId="34b7358fd32dc096" providerId="LiveId" clId="{F03D16FD-4CBA-4EE5-8E12-F1676007136C}" dt="2025-04-17T22:15:58.589" v="122" actId="26606"/>
          <ac:spMkLst>
            <pc:docMk/>
            <pc:sldMk cId="0" sldId="274"/>
            <ac:spMk id="11" creationId="{64960379-9FF9-400A-A8A8-F5AB633FD3BF}"/>
          </ac:spMkLst>
        </pc:spChg>
        <pc:grpChg chg="add">
          <ac:chgData name="Mehek Patel" userId="34b7358fd32dc096" providerId="LiveId" clId="{F03D16FD-4CBA-4EE5-8E12-F1676007136C}" dt="2025-04-17T22:15:58.589" v="122" actId="26606"/>
          <ac:grpSpMkLst>
            <pc:docMk/>
            <pc:sldMk cId="0" sldId="274"/>
            <ac:grpSpMk id="13" creationId="{2C491629-AE25-486B-9B22-2CE4EE8F7E47}"/>
          </ac:grpSpMkLst>
        </pc:grpChg>
        <pc:grpChg chg="add">
          <ac:chgData name="Mehek Patel" userId="34b7358fd32dc096" providerId="LiveId" clId="{F03D16FD-4CBA-4EE5-8E12-F1676007136C}" dt="2025-04-17T22:15:58.589" v="122" actId="26606"/>
          <ac:grpSpMkLst>
            <pc:docMk/>
            <pc:sldMk cId="0" sldId="274"/>
            <ac:grpSpMk id="17" creationId="{43F5E015-E085-4624-B431-B42414448684}"/>
          </ac:grpSpMkLst>
        </pc:grpChg>
        <pc:graphicFrameChg chg="add mod">
          <ac:chgData name="Mehek Patel" userId="34b7358fd32dc096" providerId="LiveId" clId="{F03D16FD-4CBA-4EE5-8E12-F1676007136C}" dt="2025-04-17T22:18:41.925" v="129" actId="2711"/>
          <ac:graphicFrameMkLst>
            <pc:docMk/>
            <pc:sldMk cId="0" sldId="274"/>
            <ac:graphicFrameMk id="5" creationId="{DAA6D9D3-A3E1-C53C-215A-A28A24C4B795}"/>
          </ac:graphicFrameMkLst>
        </pc:graphicFrameChg>
      </pc:sldChg>
      <pc:sldChg chg="addSp modSp add mod setBg">
        <pc:chgData name="Mehek Patel" userId="34b7358fd32dc096" providerId="LiveId" clId="{F03D16FD-4CBA-4EE5-8E12-F1676007136C}" dt="2025-04-17T22:40:01.249" v="315" actId="255"/>
        <pc:sldMkLst>
          <pc:docMk/>
          <pc:sldMk cId="0" sldId="275"/>
        </pc:sldMkLst>
        <pc:spChg chg="mod">
          <ac:chgData name="Mehek Patel" userId="34b7358fd32dc096" providerId="LiveId" clId="{F03D16FD-4CBA-4EE5-8E12-F1676007136C}" dt="2025-04-17T22:27:43.372" v="187" actId="1076"/>
          <ac:spMkLst>
            <pc:docMk/>
            <pc:sldMk cId="0" sldId="275"/>
            <ac:spMk id="2" creationId="{00000000-0000-0000-0000-000000000000}"/>
          </ac:spMkLst>
        </pc:spChg>
        <pc:spChg chg="mod">
          <ac:chgData name="Mehek Patel" userId="34b7358fd32dc096" providerId="LiveId" clId="{F03D16FD-4CBA-4EE5-8E12-F1676007136C}" dt="2025-04-17T22:40:01.249" v="315" actId="255"/>
          <ac:spMkLst>
            <pc:docMk/>
            <pc:sldMk cId="0" sldId="275"/>
            <ac:spMk id="3" creationId="{00000000-0000-0000-0000-000000000000}"/>
          </ac:spMkLst>
        </pc:spChg>
        <pc:spChg chg="add">
          <ac:chgData name="Mehek Patel" userId="34b7358fd32dc096" providerId="LiveId" clId="{F03D16FD-4CBA-4EE5-8E12-F1676007136C}" dt="2025-04-17T22:27:10.684" v="183" actId="26606"/>
          <ac:spMkLst>
            <pc:docMk/>
            <pc:sldMk cId="0" sldId="275"/>
            <ac:spMk id="8" creationId="{44D65982-4F00-4330-8DAA-DE6A9E4D6D23}"/>
          </ac:spMkLst>
        </pc:spChg>
        <pc:spChg chg="add">
          <ac:chgData name="Mehek Patel" userId="34b7358fd32dc096" providerId="LiveId" clId="{F03D16FD-4CBA-4EE5-8E12-F1676007136C}" dt="2025-04-17T22:27:10.684" v="183" actId="26606"/>
          <ac:spMkLst>
            <pc:docMk/>
            <pc:sldMk cId="0" sldId="275"/>
            <ac:spMk id="10" creationId="{009115B9-5BFD-478D-9C87-29ADB3AF1721}"/>
          </ac:spMkLst>
        </pc:spChg>
        <pc:grpChg chg="add">
          <ac:chgData name="Mehek Patel" userId="34b7358fd32dc096" providerId="LiveId" clId="{F03D16FD-4CBA-4EE5-8E12-F1676007136C}" dt="2025-04-17T22:27:10.684" v="183" actId="26606"/>
          <ac:grpSpMkLst>
            <pc:docMk/>
            <pc:sldMk cId="0" sldId="275"/>
            <ac:grpSpMk id="12" creationId="{8D57F946-2E03-4DE1-91F8-25BEDC663563}"/>
          </ac:grpSpMkLst>
        </pc:grpChg>
        <pc:grpChg chg="add">
          <ac:chgData name="Mehek Patel" userId="34b7358fd32dc096" providerId="LiveId" clId="{F03D16FD-4CBA-4EE5-8E12-F1676007136C}" dt="2025-04-17T22:27:10.684" v="183" actId="26606"/>
          <ac:grpSpMkLst>
            <pc:docMk/>
            <pc:sldMk cId="0" sldId="275"/>
            <ac:grpSpMk id="16" creationId="{43F5E015-E085-4624-B431-B42414448684}"/>
          </ac:grpSpMkLst>
        </pc:grpChg>
      </pc:sldChg>
      <pc:sldChg chg="addSp delSp modSp add mod ord setBg">
        <pc:chgData name="Mehek Patel" userId="34b7358fd32dc096" providerId="LiveId" clId="{F03D16FD-4CBA-4EE5-8E12-F1676007136C}" dt="2025-04-17T22:39:08.616" v="314" actId="1037"/>
        <pc:sldMkLst>
          <pc:docMk/>
          <pc:sldMk cId="0" sldId="276"/>
        </pc:sldMkLst>
        <pc:spChg chg="mod">
          <ac:chgData name="Mehek Patel" userId="34b7358fd32dc096" providerId="LiveId" clId="{F03D16FD-4CBA-4EE5-8E12-F1676007136C}" dt="2025-04-17T22:39:08.616" v="314" actId="1037"/>
          <ac:spMkLst>
            <pc:docMk/>
            <pc:sldMk cId="0" sldId="276"/>
            <ac:spMk id="2" creationId="{00000000-0000-0000-0000-000000000000}"/>
          </ac:spMkLst>
        </pc:spChg>
        <pc:spChg chg="mod">
          <ac:chgData name="Mehek Patel" userId="34b7358fd32dc096" providerId="LiveId" clId="{F03D16FD-4CBA-4EE5-8E12-F1676007136C}" dt="2025-04-17T22:39:02.320" v="311" actId="1038"/>
          <ac:spMkLst>
            <pc:docMk/>
            <pc:sldMk cId="0" sldId="276"/>
            <ac:spMk id="3" creationId="{00000000-0000-0000-0000-000000000000}"/>
          </ac:spMkLst>
        </pc:spChg>
        <pc:spChg chg="add del">
          <ac:chgData name="Mehek Patel" userId="34b7358fd32dc096" providerId="LiveId" clId="{F03D16FD-4CBA-4EE5-8E12-F1676007136C}" dt="2025-04-17T22:36:17.643" v="258" actId="26606"/>
          <ac:spMkLst>
            <pc:docMk/>
            <pc:sldMk cId="0" sldId="276"/>
            <ac:spMk id="8" creationId="{907E470A-25F4-47D0-8FEC-EE9FD606BB34}"/>
          </ac:spMkLst>
        </pc:spChg>
        <pc:spChg chg="add">
          <ac:chgData name="Mehek Patel" userId="34b7358fd32dc096" providerId="LiveId" clId="{F03D16FD-4CBA-4EE5-8E12-F1676007136C}" dt="2025-04-17T22:36:17.643" v="258" actId="26606"/>
          <ac:spMkLst>
            <pc:docMk/>
            <pc:sldMk cId="0" sldId="276"/>
            <ac:spMk id="30" creationId="{5C8908E2-EE49-44D2-9428-A28D2312A8D5}"/>
          </ac:spMkLst>
        </pc:spChg>
        <pc:spChg chg="add">
          <ac:chgData name="Mehek Patel" userId="34b7358fd32dc096" providerId="LiveId" clId="{F03D16FD-4CBA-4EE5-8E12-F1676007136C}" dt="2025-04-17T22:36:17.643" v="258" actId="26606"/>
          <ac:spMkLst>
            <pc:docMk/>
            <pc:sldMk cId="0" sldId="276"/>
            <ac:spMk id="36" creationId="{BD92035A-AA2F-4CD8-A556-1CE8BDEC75BD}"/>
          </ac:spMkLst>
        </pc:spChg>
        <pc:spChg chg="add">
          <ac:chgData name="Mehek Patel" userId="34b7358fd32dc096" providerId="LiveId" clId="{F03D16FD-4CBA-4EE5-8E12-F1676007136C}" dt="2025-04-17T22:36:17.643" v="258" actId="26606"/>
          <ac:spMkLst>
            <pc:docMk/>
            <pc:sldMk cId="0" sldId="276"/>
            <ac:spMk id="38" creationId="{ED888B23-07FA-482A-96DF-47E31AF1A603}"/>
          </ac:spMkLst>
        </pc:spChg>
        <pc:grpChg chg="add del">
          <ac:chgData name="Mehek Patel" userId="34b7358fd32dc096" providerId="LiveId" clId="{F03D16FD-4CBA-4EE5-8E12-F1676007136C}" dt="2025-04-17T22:36:17.643" v="258" actId="26606"/>
          <ac:grpSpMkLst>
            <pc:docMk/>
            <pc:sldMk cId="0" sldId="276"/>
            <ac:grpSpMk id="10" creationId="{66220E63-99E1-482A-A0A6-B47EB4BF8797}"/>
          </ac:grpSpMkLst>
        </pc:grpChg>
        <pc:grpChg chg="add del">
          <ac:chgData name="Mehek Patel" userId="34b7358fd32dc096" providerId="LiveId" clId="{F03D16FD-4CBA-4EE5-8E12-F1676007136C}" dt="2025-04-17T22:36:17.643" v="258" actId="26606"/>
          <ac:grpSpMkLst>
            <pc:docMk/>
            <pc:sldMk cId="0" sldId="276"/>
            <ac:grpSpMk id="14" creationId="{8618EE54-271A-4FE8-B6B3-D0FCF55A7A01}"/>
          </ac:grpSpMkLst>
        </pc:grpChg>
        <pc:grpChg chg="add del">
          <ac:chgData name="Mehek Patel" userId="34b7358fd32dc096" providerId="LiveId" clId="{F03D16FD-4CBA-4EE5-8E12-F1676007136C}" dt="2025-04-17T22:36:17.643" v="258" actId="26606"/>
          <ac:grpSpMkLst>
            <pc:docMk/>
            <pc:sldMk cId="0" sldId="276"/>
            <ac:grpSpMk id="18" creationId="{43F5E015-E085-4624-B431-B42414448684}"/>
          </ac:grpSpMkLst>
        </pc:grpChg>
        <pc:grpChg chg="add">
          <ac:chgData name="Mehek Patel" userId="34b7358fd32dc096" providerId="LiveId" clId="{F03D16FD-4CBA-4EE5-8E12-F1676007136C}" dt="2025-04-17T22:36:17.643" v="258" actId="26606"/>
          <ac:grpSpMkLst>
            <pc:docMk/>
            <pc:sldMk cId="0" sldId="276"/>
            <ac:grpSpMk id="32" creationId="{5D1A9D8B-3117-4D9D-BDA4-DD81895098B0}"/>
          </ac:grpSpMkLst>
        </pc:grpChg>
      </pc:sldChg>
      <pc:sldChg chg="new del">
        <pc:chgData name="Mehek Patel" userId="34b7358fd32dc096" providerId="LiveId" clId="{F03D16FD-4CBA-4EE5-8E12-F1676007136C}" dt="2025-04-17T22:43:44.795" v="318" actId="47"/>
        <pc:sldMkLst>
          <pc:docMk/>
          <pc:sldMk cId="4211610785" sldId="277"/>
        </pc:sldMkLst>
      </pc:sldChg>
      <pc:sldChg chg="addSp delSp modSp new mod setBg">
        <pc:chgData name="Mehek Patel" userId="34b7358fd32dc096" providerId="LiveId" clId="{F03D16FD-4CBA-4EE5-8E12-F1676007136C}" dt="2025-04-17T22:47:52.061" v="357" actId="14100"/>
        <pc:sldMkLst>
          <pc:docMk/>
          <pc:sldMk cId="1374840177" sldId="278"/>
        </pc:sldMkLst>
        <pc:spChg chg="add mod">
          <ac:chgData name="Mehek Patel" userId="34b7358fd32dc096" providerId="LiveId" clId="{F03D16FD-4CBA-4EE5-8E12-F1676007136C}" dt="2025-04-17T22:46:02.254" v="343" actId="255"/>
          <ac:spMkLst>
            <pc:docMk/>
            <pc:sldMk cId="1374840177" sldId="278"/>
            <ac:spMk id="2" creationId="{667E71F8-55BA-16D3-C601-5556BD970164}"/>
          </ac:spMkLst>
        </pc:spChg>
        <pc:spChg chg="add mod">
          <ac:chgData name="Mehek Patel" userId="34b7358fd32dc096" providerId="LiveId" clId="{F03D16FD-4CBA-4EE5-8E12-F1676007136C}" dt="2025-04-17T22:47:52.061" v="357" actId="14100"/>
          <ac:spMkLst>
            <pc:docMk/>
            <pc:sldMk cId="1374840177" sldId="278"/>
            <ac:spMk id="3" creationId="{5FD61EE9-34C3-B34C-BBE9-629374514465}"/>
          </ac:spMkLst>
        </pc:spChg>
        <pc:spChg chg="add del">
          <ac:chgData name="Mehek Patel" userId="34b7358fd32dc096" providerId="LiveId" clId="{F03D16FD-4CBA-4EE5-8E12-F1676007136C}" dt="2025-04-17T22:44:53.932" v="338" actId="26606"/>
          <ac:spMkLst>
            <pc:docMk/>
            <pc:sldMk cId="1374840177" sldId="278"/>
            <ac:spMk id="7" creationId="{C7D023E4-8DE1-436E-9847-ED6A4B4B04FD}"/>
          </ac:spMkLst>
        </pc:spChg>
        <pc:spChg chg="add del">
          <ac:chgData name="Mehek Patel" userId="34b7358fd32dc096" providerId="LiveId" clId="{F03D16FD-4CBA-4EE5-8E12-F1676007136C}" dt="2025-04-17T22:45:02.653" v="340" actId="26606"/>
          <ac:spMkLst>
            <pc:docMk/>
            <pc:sldMk cId="1374840177" sldId="278"/>
            <ac:spMk id="22" creationId="{27427488-068E-4B55-AC8D-CD070B8CD46D}"/>
          </ac:spMkLst>
        </pc:spChg>
        <pc:spChg chg="add del">
          <ac:chgData name="Mehek Patel" userId="34b7358fd32dc096" providerId="LiveId" clId="{F03D16FD-4CBA-4EE5-8E12-F1676007136C}" dt="2025-04-17T22:45:02.653" v="340" actId="26606"/>
          <ac:spMkLst>
            <pc:docMk/>
            <pc:sldMk cId="1374840177" sldId="278"/>
            <ac:spMk id="26" creationId="{E6A0E474-BC1B-4020-8F1C-5DB17CF64AD3}"/>
          </ac:spMkLst>
        </pc:spChg>
        <pc:spChg chg="add del">
          <ac:chgData name="Mehek Patel" userId="34b7358fd32dc096" providerId="LiveId" clId="{F03D16FD-4CBA-4EE5-8E12-F1676007136C}" dt="2025-04-17T22:45:02.653" v="340" actId="26606"/>
          <ac:spMkLst>
            <pc:docMk/>
            <pc:sldMk cId="1374840177" sldId="278"/>
            <ac:spMk id="27" creationId="{A20AF199-99C2-4569-9CAF-24514AE5E82A}"/>
          </ac:spMkLst>
        </pc:spChg>
        <pc:spChg chg="add">
          <ac:chgData name="Mehek Patel" userId="34b7358fd32dc096" providerId="LiveId" clId="{F03D16FD-4CBA-4EE5-8E12-F1676007136C}" dt="2025-04-17T22:45:02.719" v="341" actId="26606"/>
          <ac:spMkLst>
            <pc:docMk/>
            <pc:sldMk cId="1374840177" sldId="278"/>
            <ac:spMk id="29" creationId="{C7D023E4-8DE1-436E-9847-ED6A4B4B04FD}"/>
          </ac:spMkLst>
        </pc:spChg>
        <pc:spChg chg="add">
          <ac:chgData name="Mehek Patel" userId="34b7358fd32dc096" providerId="LiveId" clId="{F03D16FD-4CBA-4EE5-8E12-F1676007136C}" dt="2025-04-17T22:45:02.719" v="341" actId="26606"/>
          <ac:spMkLst>
            <pc:docMk/>
            <pc:sldMk cId="1374840177" sldId="278"/>
            <ac:spMk id="30" creationId="{6BE11944-ED05-4FE9-9927-06C110BB3A36}"/>
          </ac:spMkLst>
        </pc:spChg>
        <pc:grpChg chg="add del">
          <ac:chgData name="Mehek Patel" userId="34b7358fd32dc096" providerId="LiveId" clId="{F03D16FD-4CBA-4EE5-8E12-F1676007136C}" dt="2025-04-17T22:44:53.932" v="338" actId="26606"/>
          <ac:grpSpMkLst>
            <pc:docMk/>
            <pc:sldMk cId="1374840177" sldId="278"/>
            <ac:grpSpMk id="9" creationId="{1FEC590B-3306-47E9-BD67-97F3F76169A4}"/>
          </ac:grpSpMkLst>
        </pc:grpChg>
        <pc:grpChg chg="add">
          <ac:chgData name="Mehek Patel" userId="34b7358fd32dc096" providerId="LiveId" clId="{F03D16FD-4CBA-4EE5-8E12-F1676007136C}" dt="2025-04-17T22:45:02.719" v="341" actId="26606"/>
          <ac:grpSpMkLst>
            <pc:docMk/>
            <pc:sldMk cId="1374840177" sldId="278"/>
            <ac:grpSpMk id="11" creationId="{A2812508-238C-4BCD-BDD3-25C99C5CA233}"/>
          </ac:grpSpMkLst>
        </pc:grpChg>
        <pc:grpChg chg="add del">
          <ac:chgData name="Mehek Patel" userId="34b7358fd32dc096" providerId="LiveId" clId="{F03D16FD-4CBA-4EE5-8E12-F1676007136C}" dt="2025-04-17T22:44:53.932" v="338" actId="26606"/>
          <ac:grpSpMkLst>
            <pc:docMk/>
            <pc:sldMk cId="1374840177" sldId="278"/>
            <ac:grpSpMk id="13" creationId="{A47AAF5E-1692-48C9-98FB-6432BF0BC4F7}"/>
          </ac:grpSpMkLst>
        </pc:grpChg>
        <pc:grpChg chg="add">
          <ac:chgData name="Mehek Patel" userId="34b7358fd32dc096" providerId="LiveId" clId="{F03D16FD-4CBA-4EE5-8E12-F1676007136C}" dt="2025-04-17T22:45:02.719" v="341" actId="26606"/>
          <ac:grpSpMkLst>
            <pc:docMk/>
            <pc:sldMk cId="1374840177" sldId="278"/>
            <ac:grpSpMk id="15" creationId="{43F5E015-E085-4624-B431-B42414448684}"/>
          </ac:grpSpMkLst>
        </pc:grpChg>
        <pc:grpChg chg="add del">
          <ac:chgData name="Mehek Patel" userId="34b7358fd32dc096" providerId="LiveId" clId="{F03D16FD-4CBA-4EE5-8E12-F1676007136C}" dt="2025-04-17T22:45:02.653" v="340" actId="26606"/>
          <ac:grpSpMkLst>
            <pc:docMk/>
            <pc:sldMk cId="1374840177" sldId="278"/>
            <ac:grpSpMk id="23" creationId="{31460D47-75CD-497D-BC88-FA41997D2E49}"/>
          </ac:grpSpMkLst>
        </pc:grpChg>
      </pc:sldChg>
    </pc:docChg>
  </pc:docChgLst>
</pc:chgInfo>
</file>

<file path=ppt/diagrams/_rels/data3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svg"/><Relationship Id="rId3" Type="http://schemas.openxmlformats.org/officeDocument/2006/relationships/image" Target="../media/image3.png"/><Relationship Id="rId7" Type="http://schemas.openxmlformats.org/officeDocument/2006/relationships/image" Target="../media/image7.png"/><Relationship Id="rId2" Type="http://schemas.openxmlformats.org/officeDocument/2006/relationships/image" Target="../media/image2.svg"/><Relationship Id="rId1" Type="http://schemas.openxmlformats.org/officeDocument/2006/relationships/image" Target="../media/image1.png"/><Relationship Id="rId6" Type="http://schemas.openxmlformats.org/officeDocument/2006/relationships/image" Target="../media/image6.svg"/><Relationship Id="rId5" Type="http://schemas.openxmlformats.org/officeDocument/2006/relationships/image" Target="../media/image5.png"/><Relationship Id="rId4" Type="http://schemas.openxmlformats.org/officeDocument/2006/relationships/image" Target="../media/image4.svg"/></Relationships>
</file>

<file path=ppt/diagrams/_rels/drawing3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svg"/><Relationship Id="rId3" Type="http://schemas.openxmlformats.org/officeDocument/2006/relationships/image" Target="../media/image3.png"/><Relationship Id="rId7" Type="http://schemas.openxmlformats.org/officeDocument/2006/relationships/image" Target="../media/image7.png"/><Relationship Id="rId2" Type="http://schemas.openxmlformats.org/officeDocument/2006/relationships/image" Target="../media/image2.svg"/><Relationship Id="rId1" Type="http://schemas.openxmlformats.org/officeDocument/2006/relationships/image" Target="../media/image1.png"/><Relationship Id="rId6" Type="http://schemas.openxmlformats.org/officeDocument/2006/relationships/image" Target="../media/image6.svg"/><Relationship Id="rId5" Type="http://schemas.openxmlformats.org/officeDocument/2006/relationships/image" Target="../media/image5.png"/><Relationship Id="rId4" Type="http://schemas.openxmlformats.org/officeDocument/2006/relationships/image" Target="../media/image4.svg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accent3_5">
  <dgm:title val=""/>
  <dgm:desc val=""/>
  <dgm:catLst>
    <dgm:cat type="accent3" pri="11500"/>
  </dgm:catLst>
  <dgm:styleLbl name="node0">
    <dgm:fillClrLst meth="cycle">
      <a:schemeClr val="accent3">
        <a:alpha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3">
        <a:alpha val="9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3">
        <a:alpha val="90000"/>
      </a:schemeClr>
      <a:schemeClr val="accent3">
        <a:alpha val="50000"/>
      </a:schemeClr>
    </dgm:fillClrLst>
    <dgm:linClrLst>
      <a:schemeClr val="accent3">
        <a:alpha val="90000"/>
      </a:schemeClr>
      <a:schemeClr val="accent3">
        <a:alpha val="50000"/>
      </a:schemeClr>
    </dgm:linClrLst>
    <dgm:effectClrLst/>
    <dgm:txLinClrLst/>
    <dgm:txFillClrLst/>
    <dgm:txEffectClrLst/>
  </dgm:styleLbl>
  <dgm:styleLbl name="lnNode1">
    <dgm:fillClrLst>
      <a:schemeClr val="accent3">
        <a:shade val="90000"/>
      </a:schemeClr>
      <a:schemeClr val="accent3">
        <a:alpha val="50000"/>
        <a:tint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3">
        <a:shade val="80000"/>
        <a:alpha val="50000"/>
      </a:schemeClr>
      <a:schemeClr val="accent3">
        <a:alpha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>
        <a:alpha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3">
        <a:alpha val="30000"/>
      </a:schemeClr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3">
        <a:tint val="50000"/>
        <a:alpha val="90000"/>
      </a:schemeClr>
      <a:schemeClr val="accent3">
        <a:tint val="20000"/>
        <a:alpha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3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3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3">
        <a:shade val="90000"/>
      </a:schemeClr>
      <a:schemeClr val="accent3">
        <a:tint val="50000"/>
      </a:schemeClr>
    </dgm:fillClrLst>
    <dgm:linClrLst>
      <a:schemeClr val="accent3">
        <a:shade val="90000"/>
      </a:schemeClr>
      <a:schemeClr val="accent3">
        <a:tint val="50000"/>
      </a:schemeClr>
    </dgm:linClrLst>
    <dgm:effectClrLst/>
    <dgm:txLinClrLst/>
    <dgm:txFillClrLst/>
    <dgm:txEffectClrLst/>
  </dgm:styleLbl>
  <dgm:styleLbl name="fgSibTrans2D1">
    <dgm:fillClrLst>
      <a:schemeClr val="accent3">
        <a:shade val="90000"/>
      </a:schemeClr>
      <a:schemeClr val="accent3">
        <a:tint val="50000"/>
      </a:schemeClr>
    </dgm:fillClrLst>
    <dgm:linClrLst>
      <a:schemeClr val="accent3">
        <a:shade val="90000"/>
      </a:schemeClr>
      <a:schemeClr val="accent3">
        <a:tint val="50000"/>
      </a:schemeClr>
    </dgm:linClrLst>
    <dgm:effectClrLst/>
    <dgm:txLinClrLst/>
    <dgm:txFillClrLst/>
    <dgm:txEffectClrLst/>
  </dgm:styleLbl>
  <dgm:styleLbl name="bgSibTrans2D1">
    <dgm:fillClrLst>
      <a:schemeClr val="accent3">
        <a:shade val="90000"/>
      </a:schemeClr>
      <a:schemeClr val="accent3">
        <a:tint val="50000"/>
      </a:schemeClr>
    </dgm:fillClrLst>
    <dgm:linClrLst>
      <a:schemeClr val="accent3">
        <a:shade val="90000"/>
      </a:schemeClr>
      <a:schemeClr val="accent3">
        <a:tint val="50000"/>
      </a:schemeClr>
    </dgm:linClrLst>
    <dgm:effectClrLst/>
    <dgm:txLinClrLst/>
    <dgm:txFillClrLst/>
    <dgm:txEffectClrLst/>
  </dgm:styleLbl>
  <dgm:styleLbl name="sibTrans1D1">
    <dgm:fillClrLst>
      <a:schemeClr val="accent3">
        <a:shade val="90000"/>
      </a:schemeClr>
      <a:schemeClr val="accent3">
        <a:tint val="50000"/>
      </a:schemeClr>
    </dgm:fillClrLst>
    <dgm:linClrLst>
      <a:schemeClr val="accent3">
        <a:shade val="90000"/>
      </a:schemeClr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>
        <a:alpha val="90000"/>
      </a:schemeClr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>
        <a:alpha val="90000"/>
      </a:schemeClr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>
        <a:alpha val="90000"/>
      </a:schemeClr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3">
        <a:alpha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shade val="80000"/>
      </a:schemeClr>
    </dgm:fillClrLst>
    <dgm:linClrLst meth="repeat">
      <a:schemeClr val="accent3">
        <a:shade val="80000"/>
      </a:schemeClr>
    </dgm:linClrLst>
    <dgm:effectClrLst/>
    <dgm:txLinClrLst/>
    <dgm:txFillClrLst/>
    <dgm:txEffectClrLst/>
  </dgm:styleLbl>
  <dgm:styleLbl name="parChTrans2D2">
    <dgm:fillClrLst meth="repeat">
      <a:schemeClr val="accent3">
        <a:tint val="90000"/>
      </a:schemeClr>
    </dgm:fillClrLst>
    <dgm:linClrLst meth="repeat">
      <a:schemeClr val="accent3">
        <a:tint val="90000"/>
      </a:schemeClr>
    </dgm:linClrLst>
    <dgm:effectClrLst/>
    <dgm:txLinClrLst/>
    <dgm:txFillClrLst/>
    <dgm:txEffectClrLst/>
  </dgm:styleLbl>
  <dgm:styleLbl name="parChTrans2D3">
    <dgm:fillClrLst meth="repeat">
      <a:schemeClr val="accent3">
        <a:tint val="70000"/>
      </a:schemeClr>
    </dgm:fillClrLst>
    <dgm:linClrLst meth="repeat">
      <a:schemeClr val="accent3">
        <a:tint val="70000"/>
      </a:schemeClr>
    </dgm:linClrLst>
    <dgm:effectClrLst/>
    <dgm:txLinClrLst/>
    <dgm:txFillClrLst/>
    <dgm:txEffectClrLst/>
  </dgm:styleLbl>
  <dgm:styleLbl name="parChTrans2D4">
    <dgm:fillClrLst meth="repeat">
      <a:schemeClr val="accent3">
        <a:tint val="50000"/>
      </a:schemeClr>
    </dgm:fillClrLst>
    <dgm:linClrLst meth="repeat">
      <a:schemeClr val="accent3">
        <a:tint val="50000"/>
      </a:schemeClr>
    </dgm:linClrLst>
    <dgm:effectClrLst/>
    <dgm:txLinClrLst/>
    <dgm:txFillClrLst meth="repeat">
      <a:schemeClr val="dk1"/>
    </dgm:txFillClrLst>
    <dgm:txEffectClrLst/>
  </dgm:styleLbl>
  <dgm:styleLbl name="parChTrans1D1">
    <dgm:fillClrLst meth="repeat">
      <a:schemeClr val="accent3">
        <a:shade val="80000"/>
      </a:schemeClr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3">
        <a:tint val="9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>
        <a:tint val="70000"/>
      </a:schemeClr>
    </dgm:fillClrLst>
    <dgm:linClrLst meth="repeat">
      <a:schemeClr val="accent3">
        <a:tint val="7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>
        <a:tint val="50000"/>
      </a:schemeClr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3">
        <a:alpha val="90000"/>
      </a:schemeClr>
      <a:schemeClr val="accent3">
        <a:alpha val="50000"/>
      </a:schemeClr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3">
        <a:alpha val="90000"/>
      </a:schemeClr>
      <a:schemeClr val="accent3">
        <a:alpha val="50000"/>
      </a:schemeClr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3">
        <a:alpha val="90000"/>
      </a:schemeClr>
      <a:schemeClr val="accent3">
        <a:alpha val="50000"/>
      </a:schemeClr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>
      <a:schemeClr val="accent3">
        <a:alpha val="90000"/>
      </a:schemeClr>
      <a:schemeClr val="accent3">
        <a:alpha val="50000"/>
      </a:schemeClr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3">
        <a:alpha val="90000"/>
      </a:schemeClr>
      <a:schemeClr val="accent3">
        <a:alpha val="50000"/>
      </a:schemeClr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3">
        <a:alpha val="90000"/>
      </a:schemeClr>
      <a:schemeClr val="accent3">
        <a:alpha val="50000"/>
      </a:schemeClr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3">
        <a:alpha val="90000"/>
        <a:tint val="40000"/>
      </a:schemeClr>
      <a:schemeClr val="accent3">
        <a:alpha val="5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>
        <a:tint val="90000"/>
      </a:schemeClr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>
        <a:tint val="50000"/>
      </a:schemeClr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.xml><?xml version="1.0" encoding="utf-8"?>
<dgm:colorsDef xmlns:dgm="http://schemas.openxmlformats.org/drawingml/2006/diagram" xmlns:a="http://schemas.openxmlformats.org/drawingml/2006/main" uniqueId="urn:microsoft.com/office/officeart/2005/8/colors/accent2_5">
  <dgm:title val=""/>
  <dgm:desc val=""/>
  <dgm:catLst>
    <dgm:cat type="accent2" pri="11500"/>
  </dgm:catLst>
  <dgm:styleLbl name="node0">
    <dgm:fillClrLst meth="cycle">
      <a:schemeClr val="accent2">
        <a:alpha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>
        <a:alpha val="90000"/>
      </a:schemeClr>
      <a:schemeClr val="accent2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>
        <a:alpha val="90000"/>
      </a:schemeClr>
      <a:schemeClr val="accent2">
        <a:alpha val="50000"/>
      </a:schemeClr>
    </dgm:fillClrLst>
    <dgm:linClrLst>
      <a:schemeClr val="accent2">
        <a:alpha val="90000"/>
      </a:schemeClr>
      <a:schemeClr val="accent2">
        <a:alpha val="50000"/>
      </a:schemeClr>
    </dgm:linClrLst>
    <dgm:effectClrLst/>
    <dgm:txLinClrLst/>
    <dgm:txFillClrLst/>
    <dgm:txEffectClrLst/>
  </dgm:styleLbl>
  <dgm:styleLbl name="lnNode1">
    <dgm:fillClrLst>
      <a:schemeClr val="accent2">
        <a:shade val="90000"/>
      </a:schemeClr>
      <a:schemeClr val="accent2">
        <a:alpha val="50000"/>
        <a:tint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shade val="80000"/>
        <a:alpha val="50000"/>
      </a:schemeClr>
      <a:schemeClr val="accent2">
        <a:alpha val="2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>
        <a:alpha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2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>
        <a:alpha val="30000"/>
      </a:schemeClr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  <a:alpha val="90000"/>
      </a:schemeClr>
      <a:schemeClr val="accent2">
        <a:tint val="20000"/>
        <a:alpha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>
        <a:shade val="90000"/>
      </a:schemeClr>
      <a:schemeClr val="accent2">
        <a:tint val="50000"/>
      </a:schemeClr>
    </dgm:fillClrLst>
    <dgm:linClrLst>
      <a:schemeClr val="accent2">
        <a:shade val="90000"/>
      </a:schemeClr>
      <a:schemeClr val="accent2">
        <a:tint val="50000"/>
      </a:schemeClr>
    </dgm:linClrLst>
    <dgm:effectClrLst/>
    <dgm:txLinClrLst/>
    <dgm:txFillClrLst/>
    <dgm:txEffectClrLst/>
  </dgm:styleLbl>
  <dgm:styleLbl name="fgSibTrans2D1">
    <dgm:fillClrLst>
      <a:schemeClr val="accent2">
        <a:shade val="90000"/>
      </a:schemeClr>
      <a:schemeClr val="accent2">
        <a:tint val="50000"/>
      </a:schemeClr>
    </dgm:fillClrLst>
    <dgm:linClrLst>
      <a:schemeClr val="accent2">
        <a:shade val="90000"/>
      </a:schemeClr>
      <a:schemeClr val="accent2">
        <a:tint val="50000"/>
      </a:schemeClr>
    </dgm:linClrLst>
    <dgm:effectClrLst/>
    <dgm:txLinClrLst/>
    <dgm:txFillClrLst/>
    <dgm:txEffectClrLst/>
  </dgm:styleLbl>
  <dgm:styleLbl name="bgSibTrans2D1">
    <dgm:fillClrLst>
      <a:schemeClr val="accent2">
        <a:shade val="90000"/>
      </a:schemeClr>
      <a:schemeClr val="accent2">
        <a:tint val="50000"/>
      </a:schemeClr>
    </dgm:fillClrLst>
    <dgm:linClrLst>
      <a:schemeClr val="accent2">
        <a:shade val="90000"/>
      </a:schemeClr>
      <a:schemeClr val="accent2">
        <a:tint val="50000"/>
      </a:schemeClr>
    </dgm:linClrLst>
    <dgm:effectClrLst/>
    <dgm:txLinClrLst/>
    <dgm:txFillClrLst/>
    <dgm:txEffectClrLst/>
  </dgm:styleLbl>
  <dgm:styleLbl name="sibTrans1D1">
    <dgm:fillClrLst>
      <a:schemeClr val="accent2">
        <a:shade val="90000"/>
      </a:schemeClr>
      <a:schemeClr val="accent2">
        <a:tint val="50000"/>
      </a:schemeClr>
    </dgm:fillClrLst>
    <dgm:linClrLst>
      <a:schemeClr val="accent2">
        <a:shade val="90000"/>
      </a:schemeClr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>
        <a:alpha val="90000"/>
      </a:schemeClr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>
        <a:alpha val="90000"/>
      </a:schemeClr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2">
        <a:alpha val="90000"/>
      </a:schemeClr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>
        <a:alpha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2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>
        <a:shade val="80000"/>
      </a:schemeClr>
    </dgm:fillClrLst>
    <dgm:linClrLst meth="repeat">
      <a:schemeClr val="accent2">
        <a:shade val="80000"/>
      </a:schemeClr>
    </dgm:linClrLst>
    <dgm:effectClrLst/>
    <dgm:txLinClrLst/>
    <dgm:txFillClrLst/>
    <dgm:txEffectClrLst/>
  </dgm:styleLbl>
  <dgm:styleLbl name="parChTrans2D2">
    <dgm:fillClrLst meth="repeat">
      <a:schemeClr val="accent2">
        <a:tint val="90000"/>
      </a:schemeClr>
    </dgm:fillClrLst>
    <dgm:linClrLst meth="repeat">
      <a:schemeClr val="accent2">
        <a:tint val="90000"/>
      </a:schemeClr>
    </dgm:linClrLst>
    <dgm:effectClrLst/>
    <dgm:txLinClrLst/>
    <dgm:txFillClrLst/>
    <dgm:txEffectClrLst/>
  </dgm:styleLbl>
  <dgm:styleLbl name="parChTrans2D3">
    <dgm:fillClrLst meth="repeat">
      <a:schemeClr val="accent2">
        <a:tint val="70000"/>
      </a:schemeClr>
    </dgm:fillClrLst>
    <dgm:linClrLst meth="repeat">
      <a:schemeClr val="accent2">
        <a:tint val="70000"/>
      </a:schemeClr>
    </dgm:linClrLst>
    <dgm:effectClrLst/>
    <dgm:txLinClrLst/>
    <dgm:txFillClrLst/>
    <dgm:txEffectClrLst/>
  </dgm:styleLbl>
  <dgm:styleLbl name="parChTrans2D4">
    <dgm:fillClrLst meth="repeat">
      <a:schemeClr val="accent2">
        <a:tint val="50000"/>
      </a:schemeClr>
    </dgm:fillClrLst>
    <dgm:linClrLst meth="repeat">
      <a:schemeClr val="accent2">
        <a:tint val="50000"/>
      </a:schemeClr>
    </dgm:linClrLst>
    <dgm:effectClrLst/>
    <dgm:txLinClrLst/>
    <dgm:txFillClrLst meth="repeat">
      <a:schemeClr val="dk1"/>
    </dgm:txFillClrLst>
    <dgm:txEffectClrLst/>
  </dgm:styleLbl>
  <dgm:styleLbl name="parChTrans1D1">
    <dgm:fillClrLst meth="repeat">
      <a:schemeClr val="accent2">
        <a:shade val="80000"/>
      </a:schemeClr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2">
        <a:tint val="9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2">
        <a:tint val="7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>
        <a:alpha val="90000"/>
      </a:schemeClr>
      <a:schemeClr val="accent2">
        <a:alpha val="50000"/>
      </a:schemeClr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>
        <a:alpha val="90000"/>
      </a:schemeClr>
      <a:schemeClr val="accent2">
        <a:alpha val="50000"/>
      </a:schemeClr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>
        <a:alpha val="90000"/>
      </a:schemeClr>
      <a:schemeClr val="accent2">
        <a:alpha val="50000"/>
      </a:schemeClr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>
      <a:schemeClr val="accent2">
        <a:alpha val="90000"/>
      </a:schemeClr>
      <a:schemeClr val="accent2">
        <a:alpha val="50000"/>
      </a:schemeClr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>
        <a:alpha val="90000"/>
      </a:schemeClr>
      <a:schemeClr val="accent2">
        <a:alpha val="50000"/>
      </a:schemeClr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>
        <a:alpha val="90000"/>
      </a:schemeClr>
      <a:schemeClr val="accent2">
        <a:alpha val="50000"/>
      </a:schemeClr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alpha val="90000"/>
        <a:tint val="40000"/>
      </a:schemeClr>
      <a:schemeClr val="accent2">
        <a:alpha val="5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alpha val="90000"/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2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2">
        <a:tint val="90000"/>
      </a:schemeClr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2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2">
        <a:tint val="50000"/>
      </a:schemeClr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.xml><?xml version="1.0" encoding="utf-8"?>
<dgm:colorsDef xmlns:dgm="http://schemas.openxmlformats.org/drawingml/2006/diagram" xmlns:a="http://schemas.openxmlformats.org/drawingml/2006/main" uniqueId="urn:microsoft.com/office/officeart/2018/5/colors/Iconchunking_coloredtext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bg1"/>
    </dgm:fillClrLst>
    <dgm:linClrLst meth="repeat">
      <a:schemeClr val="lt1">
        <a:alpha val="0"/>
      </a:schemeClr>
    </dgm:linClrLst>
    <dgm:effectClrLst/>
    <dgm:txLinClrLst/>
    <dgm:txFillClrLst meth="repeat">
      <a:schemeClr val="dk1"/>
    </dgm:txFillClrLst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accent2">
        <a:alpha val="0"/>
      </a:schemeClr>
    </dgm:fillClrLst>
    <dgm:linClrLst meth="repeat">
      <a:schemeClr val="accent2">
        <a:alpha val="0"/>
      </a:schemeClr>
    </dgm:linClrLst>
    <dgm:effectClrLst/>
    <dgm:txLinClrLst/>
    <dgm:txFillClrLst>
      <a:schemeClr val="accent2"/>
      <a:schemeClr val="accent3"/>
    </dgm:txFillClrLst>
    <dgm:txEffectClrLst/>
  </dgm:styleLbl>
</dgm:colorsDef>
</file>

<file path=ppt/diagrams/colors4.xml><?xml version="1.0" encoding="utf-8"?>
<dgm:colorsDef xmlns:dgm="http://schemas.openxmlformats.org/drawingml/2006/diagram" xmlns:a="http://schemas.openxmlformats.org/drawingml/2006/main" uniqueId="urn:microsoft.com/office/officeart/2005/8/colors/accent3_3">
  <dgm:title val=""/>
  <dgm:desc val=""/>
  <dgm:catLst>
    <dgm:cat type="accent3" pri="11300"/>
  </dgm:catLst>
  <dgm:styleLbl name="node0">
    <dgm:fillClrLst meth="repeat">
      <a:schemeClr val="accent3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3">
        <a:shade val="80000"/>
      </a:schemeClr>
      <a:schemeClr val="accent3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3">
        <a:shade val="80000"/>
      </a:schemeClr>
      <a:schemeClr val="accent3">
        <a:tint val="70000"/>
      </a:schemeClr>
    </dgm:fillClrLst>
    <dgm:linClrLst>
      <a:schemeClr val="accent3">
        <a:shade val="80000"/>
      </a:schemeClr>
      <a:schemeClr val="accent3">
        <a:tint val="70000"/>
      </a:schemeClr>
    </dgm:linClrLst>
    <dgm:effectClrLst/>
    <dgm:txLinClrLst/>
    <dgm:txFillClrLst/>
    <dgm:txEffectClrLst/>
  </dgm:styleLbl>
  <dgm:styleLbl name="lnNode1">
    <dgm:fillClrLst>
      <a:schemeClr val="accent3">
        <a:shade val="80000"/>
      </a:schemeClr>
      <a:schemeClr val="accent3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3">
        <a:shade val="80000"/>
        <a:alpha val="50000"/>
      </a:schemeClr>
      <a:schemeClr val="accent3">
        <a:tint val="70000"/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>
        <a:tint val="99000"/>
      </a:schemeClr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>
        <a:tint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3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3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3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3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3">
        <a:shade val="90000"/>
      </a:schemeClr>
      <a:schemeClr val="accent3">
        <a:tint val="70000"/>
      </a:schemeClr>
    </dgm:fillClrLst>
    <dgm:linClrLst>
      <a:schemeClr val="accent3">
        <a:shade val="90000"/>
      </a:schemeClr>
      <a:schemeClr val="accent3">
        <a:tint val="70000"/>
      </a:schemeClr>
    </dgm:linClrLst>
    <dgm:effectClrLst/>
    <dgm:txLinClrLst/>
    <dgm:txFillClrLst/>
    <dgm:txEffectClrLst/>
  </dgm:styleLbl>
  <dgm:styleLbl name="fgSibTrans2D1">
    <dgm:fillClrLst>
      <a:schemeClr val="accent3">
        <a:shade val="90000"/>
      </a:schemeClr>
      <a:schemeClr val="accent3">
        <a:tint val="70000"/>
      </a:schemeClr>
    </dgm:fillClrLst>
    <dgm:linClrLst>
      <a:schemeClr val="accent3">
        <a:shade val="90000"/>
      </a:schemeClr>
      <a:schemeClr val="accent3">
        <a:tint val="70000"/>
      </a:schemeClr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3">
        <a:shade val="90000"/>
      </a:schemeClr>
      <a:schemeClr val="accent3">
        <a:tint val="70000"/>
      </a:schemeClr>
    </dgm:fillClrLst>
    <dgm:linClrLst>
      <a:schemeClr val="accent3">
        <a:shade val="90000"/>
      </a:schemeClr>
      <a:schemeClr val="accent3">
        <a:tint val="70000"/>
      </a:schemeClr>
    </dgm:linClrLst>
    <dgm:effectClrLst/>
    <dgm:txLinClrLst/>
    <dgm:txFillClrLst meth="repeat">
      <a:schemeClr val="lt1"/>
    </dgm:txFillClrLst>
    <dgm:txEffectClrLst/>
  </dgm:styleLbl>
  <dgm:styleLbl name="sibTrans1D1">
    <dgm:fillClrLst>
      <a:schemeClr val="accent3">
        <a:shade val="90000"/>
      </a:schemeClr>
      <a:schemeClr val="accent3">
        <a:tint val="70000"/>
      </a:schemeClr>
    </dgm:fillClrLst>
    <dgm:linClrLst>
      <a:schemeClr val="accent3">
        <a:shade val="90000"/>
      </a:schemeClr>
      <a:schemeClr val="accent3">
        <a:tint val="70000"/>
      </a:schemeClr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>
        <a:tint val="99000"/>
      </a:schemeClr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3">
        <a:tint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>
        <a:tint val="90000"/>
      </a:schemeClr>
    </dgm:fillClrLst>
    <dgm:linClrLst meth="repeat">
      <a:schemeClr val="accent3">
        <a:tint val="90000"/>
      </a:schemeClr>
    </dgm:linClrLst>
    <dgm:effectClrLst/>
    <dgm:txLinClrLst/>
    <dgm:txFillClrLst/>
    <dgm:txEffectClrLst/>
  </dgm:styleLbl>
  <dgm:styleLbl name="parChTrans2D3">
    <dgm:fillClrLst meth="repeat">
      <a:schemeClr val="accent3">
        <a:tint val="70000"/>
      </a:schemeClr>
    </dgm:fillClrLst>
    <dgm:linClrLst meth="repeat">
      <a:schemeClr val="accent3">
        <a:tint val="70000"/>
      </a:schemeClr>
    </dgm:linClrLst>
    <dgm:effectClrLst/>
    <dgm:txLinClrLst/>
    <dgm:txFillClrLst/>
    <dgm:txEffectClrLst/>
  </dgm:styleLbl>
  <dgm:styleLbl name="parChTrans2D4">
    <dgm:fillClrLst meth="repeat">
      <a:schemeClr val="accent3">
        <a:tint val="50000"/>
      </a:schemeClr>
    </dgm:fillClrLst>
    <dgm:linClrLst meth="repeat">
      <a:schemeClr val="accent3">
        <a:tint val="50000"/>
      </a:schemeClr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>
        <a:shade val="80000"/>
      </a:schemeClr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9000"/>
      </a:schemeClr>
    </dgm:fillClrLst>
    <dgm:linClrLst meth="repeat">
      <a:schemeClr val="accent3">
        <a:tint val="99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>
        <a:tint val="80000"/>
      </a:schemeClr>
    </dgm:fillClrLst>
    <dgm:linClrLst meth="repeat">
      <a:schemeClr val="accent3">
        <a:tint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>
        <a:tint val="70000"/>
      </a:schemeClr>
    </dgm:fillClrLst>
    <dgm:linClrLst meth="repeat">
      <a:schemeClr val="accent3">
        <a:tint val="7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3">
        <a:shade val="80000"/>
      </a:schemeClr>
      <a:schemeClr val="accent3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3">
        <a:shade val="80000"/>
      </a:schemeClr>
      <a:schemeClr val="accent3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3">
        <a:shade val="80000"/>
      </a:schemeClr>
      <a:schemeClr val="accent3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3">
        <a:shade val="80000"/>
      </a:schemeClr>
      <a:schemeClr val="accent3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3">
        <a:shade val="80000"/>
      </a:schemeClr>
      <a:schemeClr val="accent3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>
        <a:tint val="99000"/>
      </a:schemeClr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>
        <a:tint val="80000"/>
      </a:schemeClr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205E4B1F-A4D4-4377-B8E4-0538A3AD3DB2}" type="doc">
      <dgm:prSet loTypeId="urn:microsoft.com/office/officeart/2005/8/layout/vList2" loCatId="list" qsTypeId="urn:microsoft.com/office/officeart/2005/8/quickstyle/simple3" qsCatId="simple" csTypeId="urn:microsoft.com/office/officeart/2005/8/colors/accent3_5" csCatId="accent3" phldr="1"/>
      <dgm:spPr/>
      <dgm:t>
        <a:bodyPr/>
        <a:lstStyle/>
        <a:p>
          <a:endParaRPr lang="en-US"/>
        </a:p>
      </dgm:t>
    </dgm:pt>
    <dgm:pt modelId="{7BD273BE-651E-4954-AA25-5A63B6357195}">
      <dgm:prSet/>
      <dgm:spPr/>
      <dgm:t>
        <a:bodyPr/>
        <a:lstStyle/>
        <a:p>
          <a:r>
            <a:rPr lang="en-US" dirty="0">
              <a:latin typeface="Abadi" panose="020B0604020104020204" pitchFamily="34" charset="0"/>
            </a:rPr>
            <a:t>Decision Trees split data into branches based on feature thresholds.</a:t>
          </a:r>
        </a:p>
      </dgm:t>
    </dgm:pt>
    <dgm:pt modelId="{DB7D7D48-01AE-4E21-A33D-916EE9E98ABD}" type="parTrans" cxnId="{86223A82-B8C6-4136-9B1C-D810BDE58275}">
      <dgm:prSet/>
      <dgm:spPr/>
      <dgm:t>
        <a:bodyPr/>
        <a:lstStyle/>
        <a:p>
          <a:endParaRPr lang="en-US"/>
        </a:p>
      </dgm:t>
    </dgm:pt>
    <dgm:pt modelId="{6D87AC7B-3338-4690-B16D-0E31B353E89C}" type="sibTrans" cxnId="{86223A82-B8C6-4136-9B1C-D810BDE58275}">
      <dgm:prSet/>
      <dgm:spPr/>
      <dgm:t>
        <a:bodyPr/>
        <a:lstStyle/>
        <a:p>
          <a:endParaRPr lang="en-US"/>
        </a:p>
      </dgm:t>
    </dgm:pt>
    <dgm:pt modelId="{7121B3E0-0C5E-4D5A-BD6F-79773667B6AE}">
      <dgm:prSet/>
      <dgm:spPr/>
      <dgm:t>
        <a:bodyPr/>
        <a:lstStyle/>
        <a:p>
          <a:r>
            <a:rPr lang="en-US" dirty="0">
              <a:latin typeface="Abadi" panose="020B0604020104020204" pitchFamily="34" charset="0"/>
            </a:rPr>
            <a:t>Models used: Decision Tree, Random Forest, Gradient Boosting, Linear Regression.</a:t>
          </a:r>
        </a:p>
      </dgm:t>
    </dgm:pt>
    <dgm:pt modelId="{0C666634-4751-4B8F-929C-A8A8E75DD575}" type="parTrans" cxnId="{2070902B-247E-42AF-A9B5-3C3DF2F513A4}">
      <dgm:prSet/>
      <dgm:spPr/>
      <dgm:t>
        <a:bodyPr/>
        <a:lstStyle/>
        <a:p>
          <a:endParaRPr lang="en-US"/>
        </a:p>
      </dgm:t>
    </dgm:pt>
    <dgm:pt modelId="{2DB427C8-857D-4C1B-9704-4B742CFA3ACC}" type="sibTrans" cxnId="{2070902B-247E-42AF-A9B5-3C3DF2F513A4}">
      <dgm:prSet/>
      <dgm:spPr/>
      <dgm:t>
        <a:bodyPr/>
        <a:lstStyle/>
        <a:p>
          <a:endParaRPr lang="en-US"/>
        </a:p>
      </dgm:t>
    </dgm:pt>
    <dgm:pt modelId="{9D40F9D1-4993-4BA4-96EF-F9C17A68A3F2}">
      <dgm:prSet/>
      <dgm:spPr/>
      <dgm:t>
        <a:bodyPr/>
        <a:lstStyle/>
        <a:p>
          <a:r>
            <a:rPr lang="en-US" dirty="0">
              <a:latin typeface="Abadi" panose="020B0604020104020204" pitchFamily="34" charset="0"/>
            </a:rPr>
            <a:t>Evaluation Metrics: Accuracy, Precision, Recall, F1-score, MSE, R².</a:t>
          </a:r>
        </a:p>
      </dgm:t>
    </dgm:pt>
    <dgm:pt modelId="{A06E16E6-B4C5-440A-9587-E25022B6EBB4}" type="parTrans" cxnId="{8308184E-88EE-4FB5-9006-9915EB75F0A3}">
      <dgm:prSet/>
      <dgm:spPr/>
      <dgm:t>
        <a:bodyPr/>
        <a:lstStyle/>
        <a:p>
          <a:endParaRPr lang="en-US"/>
        </a:p>
      </dgm:t>
    </dgm:pt>
    <dgm:pt modelId="{5F06AB52-FECD-4349-BEF7-5FF16A66D1AC}" type="sibTrans" cxnId="{8308184E-88EE-4FB5-9006-9915EB75F0A3}">
      <dgm:prSet/>
      <dgm:spPr/>
      <dgm:t>
        <a:bodyPr/>
        <a:lstStyle/>
        <a:p>
          <a:endParaRPr lang="en-US"/>
        </a:p>
      </dgm:t>
    </dgm:pt>
    <dgm:pt modelId="{1490F88B-FFEA-4EA7-81BB-ADD3F09B212A}">
      <dgm:prSet/>
      <dgm:spPr/>
      <dgm:t>
        <a:bodyPr/>
        <a:lstStyle/>
        <a:p>
          <a:r>
            <a:rPr lang="en-US" dirty="0">
              <a:latin typeface="Abadi" panose="020B0604020104020204" pitchFamily="34" charset="0"/>
            </a:rPr>
            <a:t>Pros: Easy to interpret </a:t>
          </a:r>
        </a:p>
      </dgm:t>
    </dgm:pt>
    <dgm:pt modelId="{7AE88A99-0340-47C3-BD14-56D23ABC4CFD}" type="parTrans" cxnId="{2AFB191E-F049-4E36-88EB-E45F224F8A12}">
      <dgm:prSet/>
      <dgm:spPr/>
      <dgm:t>
        <a:bodyPr/>
        <a:lstStyle/>
        <a:p>
          <a:endParaRPr lang="en-US"/>
        </a:p>
      </dgm:t>
    </dgm:pt>
    <dgm:pt modelId="{F9BACB24-00C9-4907-A40E-9AA68DAAEFCD}" type="sibTrans" cxnId="{2AFB191E-F049-4E36-88EB-E45F224F8A12}">
      <dgm:prSet/>
      <dgm:spPr/>
      <dgm:t>
        <a:bodyPr/>
        <a:lstStyle/>
        <a:p>
          <a:endParaRPr lang="en-US"/>
        </a:p>
      </dgm:t>
    </dgm:pt>
    <dgm:pt modelId="{98FFEBC5-4FD7-4385-A4ED-0B5118C1856F}">
      <dgm:prSet/>
      <dgm:spPr/>
      <dgm:t>
        <a:bodyPr/>
        <a:lstStyle/>
        <a:p>
          <a:r>
            <a:rPr lang="en-US" dirty="0">
              <a:latin typeface="Abadi" panose="020B0604020104020204" pitchFamily="34" charset="0"/>
            </a:rPr>
            <a:t>Cons: Overfitting.</a:t>
          </a:r>
        </a:p>
      </dgm:t>
    </dgm:pt>
    <dgm:pt modelId="{77273059-72C9-4665-87F2-5BE0DD7AD04A}" type="parTrans" cxnId="{DF6FDFFE-A15C-481E-B113-C9AC89F9070F}">
      <dgm:prSet/>
      <dgm:spPr/>
      <dgm:t>
        <a:bodyPr/>
        <a:lstStyle/>
        <a:p>
          <a:endParaRPr lang="en-US"/>
        </a:p>
      </dgm:t>
    </dgm:pt>
    <dgm:pt modelId="{152E1BC5-41D2-47E5-B626-DF14C0BE4B9E}" type="sibTrans" cxnId="{DF6FDFFE-A15C-481E-B113-C9AC89F9070F}">
      <dgm:prSet/>
      <dgm:spPr/>
      <dgm:t>
        <a:bodyPr/>
        <a:lstStyle/>
        <a:p>
          <a:endParaRPr lang="en-US"/>
        </a:p>
      </dgm:t>
    </dgm:pt>
    <dgm:pt modelId="{A8650FFA-2C95-4433-BB0D-D814F57A4306}" type="pres">
      <dgm:prSet presAssocID="{205E4B1F-A4D4-4377-B8E4-0538A3AD3DB2}" presName="linear" presStyleCnt="0">
        <dgm:presLayoutVars>
          <dgm:animLvl val="lvl"/>
          <dgm:resizeHandles val="exact"/>
        </dgm:presLayoutVars>
      </dgm:prSet>
      <dgm:spPr/>
    </dgm:pt>
    <dgm:pt modelId="{4DF97D09-5641-4A66-A1EC-80BF862C920B}" type="pres">
      <dgm:prSet presAssocID="{7BD273BE-651E-4954-AA25-5A63B6357195}" presName="parentText" presStyleLbl="node1" presStyleIdx="0" presStyleCnt="5">
        <dgm:presLayoutVars>
          <dgm:chMax val="0"/>
          <dgm:bulletEnabled val="1"/>
        </dgm:presLayoutVars>
      </dgm:prSet>
      <dgm:spPr/>
    </dgm:pt>
    <dgm:pt modelId="{C0605A04-CAA4-4DD9-8830-4D0CA4DE8C2C}" type="pres">
      <dgm:prSet presAssocID="{6D87AC7B-3338-4690-B16D-0E31B353E89C}" presName="spacer" presStyleCnt="0"/>
      <dgm:spPr/>
    </dgm:pt>
    <dgm:pt modelId="{6A091269-9562-447F-9823-2F83E96679BC}" type="pres">
      <dgm:prSet presAssocID="{7121B3E0-0C5E-4D5A-BD6F-79773667B6AE}" presName="parentText" presStyleLbl="node1" presStyleIdx="1" presStyleCnt="5">
        <dgm:presLayoutVars>
          <dgm:chMax val="0"/>
          <dgm:bulletEnabled val="1"/>
        </dgm:presLayoutVars>
      </dgm:prSet>
      <dgm:spPr/>
    </dgm:pt>
    <dgm:pt modelId="{F5EDD823-69CA-4127-A19C-17D912A6CF03}" type="pres">
      <dgm:prSet presAssocID="{2DB427C8-857D-4C1B-9704-4B742CFA3ACC}" presName="spacer" presStyleCnt="0"/>
      <dgm:spPr/>
    </dgm:pt>
    <dgm:pt modelId="{A165AD23-CE67-4246-8D3B-9DE0BC889AA6}" type="pres">
      <dgm:prSet presAssocID="{9D40F9D1-4993-4BA4-96EF-F9C17A68A3F2}" presName="parentText" presStyleLbl="node1" presStyleIdx="2" presStyleCnt="5">
        <dgm:presLayoutVars>
          <dgm:chMax val="0"/>
          <dgm:bulletEnabled val="1"/>
        </dgm:presLayoutVars>
      </dgm:prSet>
      <dgm:spPr/>
    </dgm:pt>
    <dgm:pt modelId="{351B94CE-2008-4C18-90F0-F5B7900B6E8C}" type="pres">
      <dgm:prSet presAssocID="{5F06AB52-FECD-4349-BEF7-5FF16A66D1AC}" presName="spacer" presStyleCnt="0"/>
      <dgm:spPr/>
    </dgm:pt>
    <dgm:pt modelId="{A1449A55-0F30-4A4C-9817-27EAE31C6AC0}" type="pres">
      <dgm:prSet presAssocID="{1490F88B-FFEA-4EA7-81BB-ADD3F09B212A}" presName="parentText" presStyleLbl="node1" presStyleIdx="3" presStyleCnt="5">
        <dgm:presLayoutVars>
          <dgm:chMax val="0"/>
          <dgm:bulletEnabled val="1"/>
        </dgm:presLayoutVars>
      </dgm:prSet>
      <dgm:spPr/>
    </dgm:pt>
    <dgm:pt modelId="{4F84C3A0-1B18-4EFF-A049-A6C5FDEF1345}" type="pres">
      <dgm:prSet presAssocID="{F9BACB24-00C9-4907-A40E-9AA68DAAEFCD}" presName="spacer" presStyleCnt="0"/>
      <dgm:spPr/>
    </dgm:pt>
    <dgm:pt modelId="{9DF7562D-62B1-4EEB-9F4A-E646D4B1D28D}" type="pres">
      <dgm:prSet presAssocID="{98FFEBC5-4FD7-4385-A4ED-0B5118C1856F}" presName="parentText" presStyleLbl="node1" presStyleIdx="4" presStyleCnt="5">
        <dgm:presLayoutVars>
          <dgm:chMax val="0"/>
          <dgm:bulletEnabled val="1"/>
        </dgm:presLayoutVars>
      </dgm:prSet>
      <dgm:spPr/>
    </dgm:pt>
  </dgm:ptLst>
  <dgm:cxnLst>
    <dgm:cxn modelId="{2AFB191E-F049-4E36-88EB-E45F224F8A12}" srcId="{205E4B1F-A4D4-4377-B8E4-0538A3AD3DB2}" destId="{1490F88B-FFEA-4EA7-81BB-ADD3F09B212A}" srcOrd="3" destOrd="0" parTransId="{7AE88A99-0340-47C3-BD14-56D23ABC4CFD}" sibTransId="{F9BACB24-00C9-4907-A40E-9AA68DAAEFCD}"/>
    <dgm:cxn modelId="{2070902B-247E-42AF-A9B5-3C3DF2F513A4}" srcId="{205E4B1F-A4D4-4377-B8E4-0538A3AD3DB2}" destId="{7121B3E0-0C5E-4D5A-BD6F-79773667B6AE}" srcOrd="1" destOrd="0" parTransId="{0C666634-4751-4B8F-929C-A8A8E75DD575}" sibTransId="{2DB427C8-857D-4C1B-9704-4B742CFA3ACC}"/>
    <dgm:cxn modelId="{52E9342D-0243-4946-A55D-68C99C486543}" type="presOf" srcId="{205E4B1F-A4D4-4377-B8E4-0538A3AD3DB2}" destId="{A8650FFA-2C95-4433-BB0D-D814F57A4306}" srcOrd="0" destOrd="0" presId="urn:microsoft.com/office/officeart/2005/8/layout/vList2"/>
    <dgm:cxn modelId="{8308184E-88EE-4FB5-9006-9915EB75F0A3}" srcId="{205E4B1F-A4D4-4377-B8E4-0538A3AD3DB2}" destId="{9D40F9D1-4993-4BA4-96EF-F9C17A68A3F2}" srcOrd="2" destOrd="0" parTransId="{A06E16E6-B4C5-440A-9587-E25022B6EBB4}" sibTransId="{5F06AB52-FECD-4349-BEF7-5FF16A66D1AC}"/>
    <dgm:cxn modelId="{52C76C71-1440-471F-BCE4-A2B180D86602}" type="presOf" srcId="{9D40F9D1-4993-4BA4-96EF-F9C17A68A3F2}" destId="{A165AD23-CE67-4246-8D3B-9DE0BC889AA6}" srcOrd="0" destOrd="0" presId="urn:microsoft.com/office/officeart/2005/8/layout/vList2"/>
    <dgm:cxn modelId="{86223A82-B8C6-4136-9B1C-D810BDE58275}" srcId="{205E4B1F-A4D4-4377-B8E4-0538A3AD3DB2}" destId="{7BD273BE-651E-4954-AA25-5A63B6357195}" srcOrd="0" destOrd="0" parTransId="{DB7D7D48-01AE-4E21-A33D-916EE9E98ABD}" sibTransId="{6D87AC7B-3338-4690-B16D-0E31B353E89C}"/>
    <dgm:cxn modelId="{FEDB3484-1DB5-4B1F-9D0C-D3F072E528F0}" type="presOf" srcId="{7BD273BE-651E-4954-AA25-5A63B6357195}" destId="{4DF97D09-5641-4A66-A1EC-80BF862C920B}" srcOrd="0" destOrd="0" presId="urn:microsoft.com/office/officeart/2005/8/layout/vList2"/>
    <dgm:cxn modelId="{D2C6CDAA-D108-40DB-BACA-AE5CEA896C0D}" type="presOf" srcId="{7121B3E0-0C5E-4D5A-BD6F-79773667B6AE}" destId="{6A091269-9562-447F-9823-2F83E96679BC}" srcOrd="0" destOrd="0" presId="urn:microsoft.com/office/officeart/2005/8/layout/vList2"/>
    <dgm:cxn modelId="{670148C0-C287-40C6-BB9A-F15BF2AA73E8}" type="presOf" srcId="{1490F88B-FFEA-4EA7-81BB-ADD3F09B212A}" destId="{A1449A55-0F30-4A4C-9817-27EAE31C6AC0}" srcOrd="0" destOrd="0" presId="urn:microsoft.com/office/officeart/2005/8/layout/vList2"/>
    <dgm:cxn modelId="{A360E4D0-E591-4C40-BA6E-9A9D3CBD77A5}" type="presOf" srcId="{98FFEBC5-4FD7-4385-A4ED-0B5118C1856F}" destId="{9DF7562D-62B1-4EEB-9F4A-E646D4B1D28D}" srcOrd="0" destOrd="0" presId="urn:microsoft.com/office/officeart/2005/8/layout/vList2"/>
    <dgm:cxn modelId="{DF6FDFFE-A15C-481E-B113-C9AC89F9070F}" srcId="{205E4B1F-A4D4-4377-B8E4-0538A3AD3DB2}" destId="{98FFEBC5-4FD7-4385-A4ED-0B5118C1856F}" srcOrd="4" destOrd="0" parTransId="{77273059-72C9-4665-87F2-5BE0DD7AD04A}" sibTransId="{152E1BC5-41D2-47E5-B626-DF14C0BE4B9E}"/>
    <dgm:cxn modelId="{4E7B8349-4CEC-470E-91A9-F07878276049}" type="presParOf" srcId="{A8650FFA-2C95-4433-BB0D-D814F57A4306}" destId="{4DF97D09-5641-4A66-A1EC-80BF862C920B}" srcOrd="0" destOrd="0" presId="urn:microsoft.com/office/officeart/2005/8/layout/vList2"/>
    <dgm:cxn modelId="{ED2976CA-7115-4197-A0F4-869B266312BD}" type="presParOf" srcId="{A8650FFA-2C95-4433-BB0D-D814F57A4306}" destId="{C0605A04-CAA4-4DD9-8830-4D0CA4DE8C2C}" srcOrd="1" destOrd="0" presId="urn:microsoft.com/office/officeart/2005/8/layout/vList2"/>
    <dgm:cxn modelId="{0FE3CD76-DCE7-400C-8FE0-7B388840C050}" type="presParOf" srcId="{A8650FFA-2C95-4433-BB0D-D814F57A4306}" destId="{6A091269-9562-447F-9823-2F83E96679BC}" srcOrd="2" destOrd="0" presId="urn:microsoft.com/office/officeart/2005/8/layout/vList2"/>
    <dgm:cxn modelId="{729EF85C-4782-4531-9A06-097158FDE440}" type="presParOf" srcId="{A8650FFA-2C95-4433-BB0D-D814F57A4306}" destId="{F5EDD823-69CA-4127-A19C-17D912A6CF03}" srcOrd="3" destOrd="0" presId="urn:microsoft.com/office/officeart/2005/8/layout/vList2"/>
    <dgm:cxn modelId="{B9F9714C-C9A6-4D53-8EF0-AA0E5A0CCCF6}" type="presParOf" srcId="{A8650FFA-2C95-4433-BB0D-D814F57A4306}" destId="{A165AD23-CE67-4246-8D3B-9DE0BC889AA6}" srcOrd="4" destOrd="0" presId="urn:microsoft.com/office/officeart/2005/8/layout/vList2"/>
    <dgm:cxn modelId="{BB65CACB-BFB2-4289-B724-8F8C49163A52}" type="presParOf" srcId="{A8650FFA-2C95-4433-BB0D-D814F57A4306}" destId="{351B94CE-2008-4C18-90F0-F5B7900B6E8C}" srcOrd="5" destOrd="0" presId="urn:microsoft.com/office/officeart/2005/8/layout/vList2"/>
    <dgm:cxn modelId="{157DE55C-49B3-4CF6-8FD3-6B3962EF7491}" type="presParOf" srcId="{A8650FFA-2C95-4433-BB0D-D814F57A4306}" destId="{A1449A55-0F30-4A4C-9817-27EAE31C6AC0}" srcOrd="6" destOrd="0" presId="urn:microsoft.com/office/officeart/2005/8/layout/vList2"/>
    <dgm:cxn modelId="{1EF47289-8F9A-42A2-B640-FF92472A81A8}" type="presParOf" srcId="{A8650FFA-2C95-4433-BB0D-D814F57A4306}" destId="{4F84C3A0-1B18-4EFF-A049-A6C5FDEF1345}" srcOrd="7" destOrd="0" presId="urn:microsoft.com/office/officeart/2005/8/layout/vList2"/>
    <dgm:cxn modelId="{6FA16510-5B5D-4820-A38A-97E6FB3B84E8}" type="presParOf" srcId="{A8650FFA-2C95-4433-BB0D-D814F57A4306}" destId="{9DF7562D-62B1-4EEB-9F4A-E646D4B1D28D}" srcOrd="8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.xml><?xml version="1.0" encoding="utf-8"?>
<dgm:dataModel xmlns:dgm="http://schemas.openxmlformats.org/drawingml/2006/diagram" xmlns:a="http://schemas.openxmlformats.org/drawingml/2006/main">
  <dgm:ptLst>
    <dgm:pt modelId="{CB47B051-5579-451D-8248-3F2D6B177182}" type="doc">
      <dgm:prSet loTypeId="urn:microsoft.com/office/officeart/2005/8/layout/vList2" loCatId="list" qsTypeId="urn:microsoft.com/office/officeart/2005/8/quickstyle/simple3" qsCatId="simple" csTypeId="urn:microsoft.com/office/officeart/2005/8/colors/accent2_5" csCatId="accent2"/>
      <dgm:spPr/>
      <dgm:t>
        <a:bodyPr/>
        <a:lstStyle/>
        <a:p>
          <a:endParaRPr lang="en-US"/>
        </a:p>
      </dgm:t>
    </dgm:pt>
    <dgm:pt modelId="{7270842E-BB85-495F-9438-74F42297ADE0}">
      <dgm:prSet/>
      <dgm:spPr/>
      <dgm:t>
        <a:bodyPr/>
        <a:lstStyle/>
        <a:p>
          <a:r>
            <a:rPr lang="en-US" dirty="0">
              <a:latin typeface="Abadi" panose="020B0604020104020204" pitchFamily="34" charset="0"/>
            </a:rPr>
            <a:t>Target: Ever used cigarettes (Yes/No)</a:t>
          </a:r>
        </a:p>
      </dgm:t>
    </dgm:pt>
    <dgm:pt modelId="{8B7ED809-36FE-41E7-8C01-8ECB6F51184D}" type="parTrans" cxnId="{891E598B-AF2B-4421-80CE-E6E30A86EB9E}">
      <dgm:prSet/>
      <dgm:spPr/>
      <dgm:t>
        <a:bodyPr/>
        <a:lstStyle/>
        <a:p>
          <a:endParaRPr lang="en-US"/>
        </a:p>
      </dgm:t>
    </dgm:pt>
    <dgm:pt modelId="{B1764A89-B7E4-4AC3-B397-AE84F1E9C319}" type="sibTrans" cxnId="{891E598B-AF2B-4421-80CE-E6E30A86EB9E}">
      <dgm:prSet/>
      <dgm:spPr/>
      <dgm:t>
        <a:bodyPr/>
        <a:lstStyle/>
        <a:p>
          <a:endParaRPr lang="en-US"/>
        </a:p>
      </dgm:t>
    </dgm:pt>
    <dgm:pt modelId="{1D11525C-0B23-49E3-BE0F-5CCBE3F4887F}">
      <dgm:prSet/>
      <dgm:spPr/>
      <dgm:t>
        <a:bodyPr/>
        <a:lstStyle/>
        <a:p>
          <a:r>
            <a:rPr lang="en-US" dirty="0">
              <a:latin typeface="Abadi" panose="020B0604020104020204" pitchFamily="34" charset="0"/>
            </a:rPr>
            <a:t>Best Features: SCHFELT, CIGMDAYS, gender, race</a:t>
          </a:r>
        </a:p>
      </dgm:t>
    </dgm:pt>
    <dgm:pt modelId="{BFF82917-B921-4884-B25E-AB9B589AE519}" type="parTrans" cxnId="{25D89FED-000C-4649-BE28-B46159BD9CC9}">
      <dgm:prSet/>
      <dgm:spPr/>
      <dgm:t>
        <a:bodyPr/>
        <a:lstStyle/>
        <a:p>
          <a:endParaRPr lang="en-US"/>
        </a:p>
      </dgm:t>
    </dgm:pt>
    <dgm:pt modelId="{3863FCD9-35E9-4312-8915-ACABDE8166CD}" type="sibTrans" cxnId="{25D89FED-000C-4649-BE28-B46159BD9CC9}">
      <dgm:prSet/>
      <dgm:spPr/>
      <dgm:t>
        <a:bodyPr/>
        <a:lstStyle/>
        <a:p>
          <a:endParaRPr lang="en-US"/>
        </a:p>
      </dgm:t>
    </dgm:pt>
    <dgm:pt modelId="{B22D6EE4-F23E-4A0C-B0C3-43698A8135D7}">
      <dgm:prSet/>
      <dgm:spPr/>
      <dgm:t>
        <a:bodyPr/>
        <a:lstStyle/>
        <a:p>
          <a:r>
            <a:rPr lang="en-US" dirty="0">
              <a:latin typeface="Abadi" panose="020B0604020104020204" pitchFamily="34" charset="0"/>
            </a:rPr>
            <a:t>Model: Decision Tree Classifier</a:t>
          </a:r>
        </a:p>
      </dgm:t>
    </dgm:pt>
    <dgm:pt modelId="{855C4B88-03B8-4123-A85B-2C35F1E19BA2}" type="parTrans" cxnId="{81C64A92-C62C-4D70-89C0-FC45E609D0BC}">
      <dgm:prSet/>
      <dgm:spPr/>
      <dgm:t>
        <a:bodyPr/>
        <a:lstStyle/>
        <a:p>
          <a:endParaRPr lang="en-US"/>
        </a:p>
      </dgm:t>
    </dgm:pt>
    <dgm:pt modelId="{33BC40BD-3393-4D71-8953-3153D60596C3}" type="sibTrans" cxnId="{81C64A92-C62C-4D70-89C0-FC45E609D0BC}">
      <dgm:prSet/>
      <dgm:spPr/>
      <dgm:t>
        <a:bodyPr/>
        <a:lstStyle/>
        <a:p>
          <a:endParaRPr lang="en-US"/>
        </a:p>
      </dgm:t>
    </dgm:pt>
    <dgm:pt modelId="{F6A8967F-15C7-4D24-851C-3728F70450BA}">
      <dgm:prSet/>
      <dgm:spPr/>
      <dgm:t>
        <a:bodyPr/>
        <a:lstStyle/>
        <a:p>
          <a:r>
            <a:rPr lang="en-US" dirty="0">
              <a:latin typeface="Abadi" panose="020B0604020104020204" pitchFamily="34" charset="0"/>
            </a:rPr>
            <a:t>Performance: Confusion matrix, ROC curve</a:t>
          </a:r>
        </a:p>
      </dgm:t>
    </dgm:pt>
    <dgm:pt modelId="{3053FD4E-B89C-46D0-8840-77BBE29C94A5}" type="parTrans" cxnId="{A301A061-AA85-4678-B72C-B06F245B368E}">
      <dgm:prSet/>
      <dgm:spPr/>
      <dgm:t>
        <a:bodyPr/>
        <a:lstStyle/>
        <a:p>
          <a:endParaRPr lang="en-US"/>
        </a:p>
      </dgm:t>
    </dgm:pt>
    <dgm:pt modelId="{27843A2E-EF72-446F-BAF1-FB2C90FC0743}" type="sibTrans" cxnId="{A301A061-AA85-4678-B72C-B06F245B368E}">
      <dgm:prSet/>
      <dgm:spPr/>
      <dgm:t>
        <a:bodyPr/>
        <a:lstStyle/>
        <a:p>
          <a:endParaRPr lang="en-US"/>
        </a:p>
      </dgm:t>
    </dgm:pt>
    <dgm:pt modelId="{932F2713-808D-4E62-9BEB-5509BCFD55C0}">
      <dgm:prSet/>
      <dgm:spPr/>
      <dgm:t>
        <a:bodyPr/>
        <a:lstStyle/>
        <a:p>
          <a:r>
            <a:rPr lang="en-US" dirty="0">
              <a:latin typeface="Abadi" panose="020B0604020104020204" pitchFamily="34" charset="0"/>
            </a:rPr>
            <a:t>Root Node: Emotional health</a:t>
          </a:r>
        </a:p>
      </dgm:t>
    </dgm:pt>
    <dgm:pt modelId="{B83F00F7-E523-47FB-BBD2-7967259819F9}" type="parTrans" cxnId="{B3E442A9-F7EB-4664-9FC2-288522B8DD87}">
      <dgm:prSet/>
      <dgm:spPr/>
      <dgm:t>
        <a:bodyPr/>
        <a:lstStyle/>
        <a:p>
          <a:endParaRPr lang="en-US"/>
        </a:p>
      </dgm:t>
    </dgm:pt>
    <dgm:pt modelId="{0E4FA400-AFD7-4C54-B454-892DF28A2F86}" type="sibTrans" cxnId="{B3E442A9-F7EB-4664-9FC2-288522B8DD87}">
      <dgm:prSet/>
      <dgm:spPr/>
      <dgm:t>
        <a:bodyPr/>
        <a:lstStyle/>
        <a:p>
          <a:endParaRPr lang="en-US"/>
        </a:p>
      </dgm:t>
    </dgm:pt>
    <dgm:pt modelId="{55F4D97F-F9DC-4927-9BEA-10AFFC1AFFD9}" type="pres">
      <dgm:prSet presAssocID="{CB47B051-5579-451D-8248-3F2D6B177182}" presName="linear" presStyleCnt="0">
        <dgm:presLayoutVars>
          <dgm:animLvl val="lvl"/>
          <dgm:resizeHandles val="exact"/>
        </dgm:presLayoutVars>
      </dgm:prSet>
      <dgm:spPr/>
    </dgm:pt>
    <dgm:pt modelId="{01E604AD-EC07-4A49-84B9-591982665048}" type="pres">
      <dgm:prSet presAssocID="{7270842E-BB85-495F-9438-74F42297ADE0}" presName="parentText" presStyleLbl="node1" presStyleIdx="0" presStyleCnt="5">
        <dgm:presLayoutVars>
          <dgm:chMax val="0"/>
          <dgm:bulletEnabled val="1"/>
        </dgm:presLayoutVars>
      </dgm:prSet>
      <dgm:spPr/>
    </dgm:pt>
    <dgm:pt modelId="{5D2A2038-1BC5-43C5-A9E9-7B7B00E5E60D}" type="pres">
      <dgm:prSet presAssocID="{B1764A89-B7E4-4AC3-B397-AE84F1E9C319}" presName="spacer" presStyleCnt="0"/>
      <dgm:spPr/>
    </dgm:pt>
    <dgm:pt modelId="{0E816A02-369A-4F98-9A98-0ED8101B372E}" type="pres">
      <dgm:prSet presAssocID="{1D11525C-0B23-49E3-BE0F-5CCBE3F4887F}" presName="parentText" presStyleLbl="node1" presStyleIdx="1" presStyleCnt="5">
        <dgm:presLayoutVars>
          <dgm:chMax val="0"/>
          <dgm:bulletEnabled val="1"/>
        </dgm:presLayoutVars>
      </dgm:prSet>
      <dgm:spPr/>
    </dgm:pt>
    <dgm:pt modelId="{F8C241B0-7714-4BD2-9F22-DDE74708B6BB}" type="pres">
      <dgm:prSet presAssocID="{3863FCD9-35E9-4312-8915-ACABDE8166CD}" presName="spacer" presStyleCnt="0"/>
      <dgm:spPr/>
    </dgm:pt>
    <dgm:pt modelId="{8C31E653-338A-4D0C-8763-ED1E527CFF06}" type="pres">
      <dgm:prSet presAssocID="{B22D6EE4-F23E-4A0C-B0C3-43698A8135D7}" presName="parentText" presStyleLbl="node1" presStyleIdx="2" presStyleCnt="5">
        <dgm:presLayoutVars>
          <dgm:chMax val="0"/>
          <dgm:bulletEnabled val="1"/>
        </dgm:presLayoutVars>
      </dgm:prSet>
      <dgm:spPr/>
    </dgm:pt>
    <dgm:pt modelId="{3F6C7A81-1C8E-466E-80ED-04EA3B8409C8}" type="pres">
      <dgm:prSet presAssocID="{33BC40BD-3393-4D71-8953-3153D60596C3}" presName="spacer" presStyleCnt="0"/>
      <dgm:spPr/>
    </dgm:pt>
    <dgm:pt modelId="{04034E03-8035-4E1D-ACD2-77EC75DC8F3E}" type="pres">
      <dgm:prSet presAssocID="{F6A8967F-15C7-4D24-851C-3728F70450BA}" presName="parentText" presStyleLbl="node1" presStyleIdx="3" presStyleCnt="5">
        <dgm:presLayoutVars>
          <dgm:chMax val="0"/>
          <dgm:bulletEnabled val="1"/>
        </dgm:presLayoutVars>
      </dgm:prSet>
      <dgm:spPr/>
    </dgm:pt>
    <dgm:pt modelId="{65056FE5-C0E4-4A50-B86E-A500CC59521A}" type="pres">
      <dgm:prSet presAssocID="{27843A2E-EF72-446F-BAF1-FB2C90FC0743}" presName="spacer" presStyleCnt="0"/>
      <dgm:spPr/>
    </dgm:pt>
    <dgm:pt modelId="{CE6026D5-1D98-415E-8170-9376267B9248}" type="pres">
      <dgm:prSet presAssocID="{932F2713-808D-4E62-9BEB-5509BCFD55C0}" presName="parentText" presStyleLbl="node1" presStyleIdx="4" presStyleCnt="5">
        <dgm:presLayoutVars>
          <dgm:chMax val="0"/>
          <dgm:bulletEnabled val="1"/>
        </dgm:presLayoutVars>
      </dgm:prSet>
      <dgm:spPr/>
    </dgm:pt>
  </dgm:ptLst>
  <dgm:cxnLst>
    <dgm:cxn modelId="{822E6111-0D73-4A18-90A5-4A3E46AC6E69}" type="presOf" srcId="{CB47B051-5579-451D-8248-3F2D6B177182}" destId="{55F4D97F-F9DC-4927-9BEA-10AFFC1AFFD9}" srcOrd="0" destOrd="0" presId="urn:microsoft.com/office/officeart/2005/8/layout/vList2"/>
    <dgm:cxn modelId="{ED510F3C-8DD0-4B82-84BF-4A44DBE1833B}" type="presOf" srcId="{932F2713-808D-4E62-9BEB-5509BCFD55C0}" destId="{CE6026D5-1D98-415E-8170-9376267B9248}" srcOrd="0" destOrd="0" presId="urn:microsoft.com/office/officeart/2005/8/layout/vList2"/>
    <dgm:cxn modelId="{A301A061-AA85-4678-B72C-B06F245B368E}" srcId="{CB47B051-5579-451D-8248-3F2D6B177182}" destId="{F6A8967F-15C7-4D24-851C-3728F70450BA}" srcOrd="3" destOrd="0" parTransId="{3053FD4E-B89C-46D0-8840-77BBE29C94A5}" sibTransId="{27843A2E-EF72-446F-BAF1-FB2C90FC0743}"/>
    <dgm:cxn modelId="{335CA961-7529-48CD-ABA6-031CEBC3BF91}" type="presOf" srcId="{B22D6EE4-F23E-4A0C-B0C3-43698A8135D7}" destId="{8C31E653-338A-4D0C-8763-ED1E527CFF06}" srcOrd="0" destOrd="0" presId="urn:microsoft.com/office/officeart/2005/8/layout/vList2"/>
    <dgm:cxn modelId="{13EC1743-DD42-4E31-8B74-D756EAA838AA}" type="presOf" srcId="{7270842E-BB85-495F-9438-74F42297ADE0}" destId="{01E604AD-EC07-4A49-84B9-591982665048}" srcOrd="0" destOrd="0" presId="urn:microsoft.com/office/officeart/2005/8/layout/vList2"/>
    <dgm:cxn modelId="{8CC6D472-572C-4221-A8EB-AA97BC2514E7}" type="presOf" srcId="{F6A8967F-15C7-4D24-851C-3728F70450BA}" destId="{04034E03-8035-4E1D-ACD2-77EC75DC8F3E}" srcOrd="0" destOrd="0" presId="urn:microsoft.com/office/officeart/2005/8/layout/vList2"/>
    <dgm:cxn modelId="{891E598B-AF2B-4421-80CE-E6E30A86EB9E}" srcId="{CB47B051-5579-451D-8248-3F2D6B177182}" destId="{7270842E-BB85-495F-9438-74F42297ADE0}" srcOrd="0" destOrd="0" parTransId="{8B7ED809-36FE-41E7-8C01-8ECB6F51184D}" sibTransId="{B1764A89-B7E4-4AC3-B397-AE84F1E9C319}"/>
    <dgm:cxn modelId="{81C64A92-C62C-4D70-89C0-FC45E609D0BC}" srcId="{CB47B051-5579-451D-8248-3F2D6B177182}" destId="{B22D6EE4-F23E-4A0C-B0C3-43698A8135D7}" srcOrd="2" destOrd="0" parTransId="{855C4B88-03B8-4123-A85B-2C35F1E19BA2}" sibTransId="{33BC40BD-3393-4D71-8953-3153D60596C3}"/>
    <dgm:cxn modelId="{E16DDF93-790A-4144-998B-4304457AA97D}" type="presOf" srcId="{1D11525C-0B23-49E3-BE0F-5CCBE3F4887F}" destId="{0E816A02-369A-4F98-9A98-0ED8101B372E}" srcOrd="0" destOrd="0" presId="urn:microsoft.com/office/officeart/2005/8/layout/vList2"/>
    <dgm:cxn modelId="{B3E442A9-F7EB-4664-9FC2-288522B8DD87}" srcId="{CB47B051-5579-451D-8248-3F2D6B177182}" destId="{932F2713-808D-4E62-9BEB-5509BCFD55C0}" srcOrd="4" destOrd="0" parTransId="{B83F00F7-E523-47FB-BBD2-7967259819F9}" sibTransId="{0E4FA400-AFD7-4C54-B454-892DF28A2F86}"/>
    <dgm:cxn modelId="{25D89FED-000C-4649-BE28-B46159BD9CC9}" srcId="{CB47B051-5579-451D-8248-3F2D6B177182}" destId="{1D11525C-0B23-49E3-BE0F-5CCBE3F4887F}" srcOrd="1" destOrd="0" parTransId="{BFF82917-B921-4884-B25E-AB9B589AE519}" sibTransId="{3863FCD9-35E9-4312-8915-ACABDE8166CD}"/>
    <dgm:cxn modelId="{4672A180-A101-4089-A61D-4A8BFF9AAC85}" type="presParOf" srcId="{55F4D97F-F9DC-4927-9BEA-10AFFC1AFFD9}" destId="{01E604AD-EC07-4A49-84B9-591982665048}" srcOrd="0" destOrd="0" presId="urn:microsoft.com/office/officeart/2005/8/layout/vList2"/>
    <dgm:cxn modelId="{8021B717-A032-4CF2-A13A-8C2B01051613}" type="presParOf" srcId="{55F4D97F-F9DC-4927-9BEA-10AFFC1AFFD9}" destId="{5D2A2038-1BC5-43C5-A9E9-7B7B00E5E60D}" srcOrd="1" destOrd="0" presId="urn:microsoft.com/office/officeart/2005/8/layout/vList2"/>
    <dgm:cxn modelId="{06BE7704-577C-4D90-A8EB-12D275F1A4EA}" type="presParOf" srcId="{55F4D97F-F9DC-4927-9BEA-10AFFC1AFFD9}" destId="{0E816A02-369A-4F98-9A98-0ED8101B372E}" srcOrd="2" destOrd="0" presId="urn:microsoft.com/office/officeart/2005/8/layout/vList2"/>
    <dgm:cxn modelId="{941E8D0B-8009-4231-AB8A-B786A52AD9F1}" type="presParOf" srcId="{55F4D97F-F9DC-4927-9BEA-10AFFC1AFFD9}" destId="{F8C241B0-7714-4BD2-9F22-DDE74708B6BB}" srcOrd="3" destOrd="0" presId="urn:microsoft.com/office/officeart/2005/8/layout/vList2"/>
    <dgm:cxn modelId="{C8386012-9A99-4F82-A63D-0532223EC9FC}" type="presParOf" srcId="{55F4D97F-F9DC-4927-9BEA-10AFFC1AFFD9}" destId="{8C31E653-338A-4D0C-8763-ED1E527CFF06}" srcOrd="4" destOrd="0" presId="urn:microsoft.com/office/officeart/2005/8/layout/vList2"/>
    <dgm:cxn modelId="{9C95F0B9-07A0-4FCD-89FC-C234D2159B3A}" type="presParOf" srcId="{55F4D97F-F9DC-4927-9BEA-10AFFC1AFFD9}" destId="{3F6C7A81-1C8E-466E-80ED-04EA3B8409C8}" srcOrd="5" destOrd="0" presId="urn:microsoft.com/office/officeart/2005/8/layout/vList2"/>
    <dgm:cxn modelId="{B68601AE-A1C5-45AB-A962-AB10F6079201}" type="presParOf" srcId="{55F4D97F-F9DC-4927-9BEA-10AFFC1AFFD9}" destId="{04034E03-8035-4E1D-ACD2-77EC75DC8F3E}" srcOrd="6" destOrd="0" presId="urn:microsoft.com/office/officeart/2005/8/layout/vList2"/>
    <dgm:cxn modelId="{EAD3ED0D-D5FE-4D37-928D-1767613F1EA3}" type="presParOf" srcId="{55F4D97F-F9DC-4927-9BEA-10AFFC1AFFD9}" destId="{65056FE5-C0E4-4A50-B86E-A500CC59521A}" srcOrd="7" destOrd="0" presId="urn:microsoft.com/office/officeart/2005/8/layout/vList2"/>
    <dgm:cxn modelId="{F83E98A0-C6FD-4F6B-B691-CEEACD184DFA}" type="presParOf" srcId="{55F4D97F-F9DC-4927-9BEA-10AFFC1AFFD9}" destId="{CE6026D5-1D98-415E-8170-9376267B9248}" srcOrd="8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.xml><?xml version="1.0" encoding="utf-8"?>
<dgm:dataModel xmlns:dgm="http://schemas.openxmlformats.org/drawingml/2006/diagram" xmlns:a="http://schemas.openxmlformats.org/drawingml/2006/main">
  <dgm:ptLst>
    <dgm:pt modelId="{334D6027-9C37-4D1B-97FC-64C6C2533375}" type="doc">
      <dgm:prSet loTypeId="urn:microsoft.com/office/officeart/2018/2/layout/IconCircleList" loCatId="icon" qsTypeId="urn:microsoft.com/office/officeart/2005/8/quickstyle/simple1" qsCatId="simple" csTypeId="urn:microsoft.com/office/officeart/2018/5/colors/Iconchunking_coloredtext_colorful2" csCatId="colorful" phldr="1"/>
      <dgm:spPr/>
      <dgm:t>
        <a:bodyPr/>
        <a:lstStyle/>
        <a:p>
          <a:endParaRPr lang="en-US"/>
        </a:p>
      </dgm:t>
    </dgm:pt>
    <dgm:pt modelId="{533190A5-3821-46C0-B2F6-947978C105B6}">
      <dgm:prSet custT="1"/>
      <dgm:spPr/>
      <dgm:t>
        <a:bodyPr/>
        <a:lstStyle/>
        <a:p>
          <a:r>
            <a:rPr lang="en-US" sz="1800" b="1" dirty="0">
              <a:latin typeface="Abadi" panose="020B0604020104020204" pitchFamily="34" charset="0"/>
            </a:rPr>
            <a:t>Target:</a:t>
          </a:r>
          <a:r>
            <a:rPr lang="en-US" sz="1800" dirty="0">
              <a:latin typeface="Abadi" panose="020B0604020104020204" pitchFamily="34" charset="0"/>
            </a:rPr>
            <a:t> </a:t>
          </a:r>
        </a:p>
        <a:p>
          <a:r>
            <a:rPr lang="en-US" sz="1800" dirty="0">
              <a:latin typeface="Abadi" panose="020B0604020104020204" pitchFamily="34" charset="0"/>
            </a:rPr>
            <a:t>Days alcohol consumed in past year</a:t>
          </a:r>
        </a:p>
      </dgm:t>
    </dgm:pt>
    <dgm:pt modelId="{BF263778-2C47-49C5-BBA1-D9403FFEDCA3}" type="parTrans" cxnId="{A989FAFF-AAB0-425D-A5E7-D316B4E3E3C0}">
      <dgm:prSet/>
      <dgm:spPr/>
      <dgm:t>
        <a:bodyPr/>
        <a:lstStyle/>
        <a:p>
          <a:endParaRPr lang="en-US"/>
        </a:p>
      </dgm:t>
    </dgm:pt>
    <dgm:pt modelId="{83E8557C-A4B7-4ABB-9A0C-30D1DBA6DFD9}" type="sibTrans" cxnId="{A989FAFF-AAB0-425D-A5E7-D316B4E3E3C0}">
      <dgm:prSet/>
      <dgm:spPr/>
      <dgm:t>
        <a:bodyPr/>
        <a:lstStyle/>
        <a:p>
          <a:endParaRPr lang="en-US"/>
        </a:p>
      </dgm:t>
    </dgm:pt>
    <dgm:pt modelId="{0BEE21F4-BA60-4AE2-B9D9-FEE4945205D7}">
      <dgm:prSet custT="1"/>
      <dgm:spPr/>
      <dgm:t>
        <a:bodyPr/>
        <a:lstStyle/>
        <a:p>
          <a:r>
            <a:rPr lang="en-US" sz="1800" b="1" dirty="0">
              <a:latin typeface="Abadi" panose="020B0604020104020204" pitchFamily="34" charset="0"/>
            </a:rPr>
            <a:t>Models:</a:t>
          </a:r>
          <a:r>
            <a:rPr lang="en-US" sz="1800" dirty="0">
              <a:latin typeface="Abadi" panose="020B0604020104020204" pitchFamily="34" charset="0"/>
            </a:rPr>
            <a:t> </a:t>
          </a:r>
        </a:p>
        <a:p>
          <a:r>
            <a:rPr lang="en-US" sz="1800" dirty="0">
              <a:latin typeface="Abadi" panose="020B0604020104020204" pitchFamily="34" charset="0"/>
            </a:rPr>
            <a:t>Decision Tree Regressor, Linear Regression, Random Forest</a:t>
          </a:r>
        </a:p>
      </dgm:t>
    </dgm:pt>
    <dgm:pt modelId="{1986E0A7-B1BC-43C5-A19D-325CCF758C62}" type="parTrans" cxnId="{B462EC0D-CFB2-43F1-B33A-3DDC2B2539AE}">
      <dgm:prSet/>
      <dgm:spPr/>
      <dgm:t>
        <a:bodyPr/>
        <a:lstStyle/>
        <a:p>
          <a:endParaRPr lang="en-US"/>
        </a:p>
      </dgm:t>
    </dgm:pt>
    <dgm:pt modelId="{A7ED5FC2-F1B0-4F88-A57D-5B988BC7AF33}" type="sibTrans" cxnId="{B462EC0D-CFB2-43F1-B33A-3DDC2B2539AE}">
      <dgm:prSet/>
      <dgm:spPr/>
      <dgm:t>
        <a:bodyPr/>
        <a:lstStyle/>
        <a:p>
          <a:endParaRPr lang="en-US"/>
        </a:p>
      </dgm:t>
    </dgm:pt>
    <dgm:pt modelId="{A7645161-50A9-40ED-BCC1-63A332DD950A}">
      <dgm:prSet custT="1"/>
      <dgm:spPr/>
      <dgm:t>
        <a:bodyPr/>
        <a:lstStyle/>
        <a:p>
          <a:r>
            <a:rPr lang="en-US" sz="1800" b="1" dirty="0">
              <a:latin typeface="Abadi" panose="020B0604020104020204" pitchFamily="34" charset="0"/>
            </a:rPr>
            <a:t>Key Predictors:</a:t>
          </a:r>
          <a:r>
            <a:rPr lang="en-US" sz="1800" dirty="0">
              <a:latin typeface="Abadi" panose="020B0604020104020204" pitchFamily="34" charset="0"/>
            </a:rPr>
            <a:t> SCHFELT, IRMJFM</a:t>
          </a:r>
        </a:p>
      </dgm:t>
    </dgm:pt>
    <dgm:pt modelId="{B4181DDC-7E3D-4D28-83CF-9AC264DA8054}" type="parTrans" cxnId="{C9C46F8E-4812-4C87-AFA9-82E2EC685998}">
      <dgm:prSet/>
      <dgm:spPr/>
      <dgm:t>
        <a:bodyPr/>
        <a:lstStyle/>
        <a:p>
          <a:endParaRPr lang="en-US"/>
        </a:p>
      </dgm:t>
    </dgm:pt>
    <dgm:pt modelId="{5AA0C769-0CF8-40E7-9BC6-9394DE635A7B}" type="sibTrans" cxnId="{C9C46F8E-4812-4C87-AFA9-82E2EC685998}">
      <dgm:prSet/>
      <dgm:spPr/>
      <dgm:t>
        <a:bodyPr/>
        <a:lstStyle/>
        <a:p>
          <a:endParaRPr lang="en-US"/>
        </a:p>
      </dgm:t>
    </dgm:pt>
    <dgm:pt modelId="{FAC7E117-F891-4AA5-B01F-9A8C2B44600D}">
      <dgm:prSet custT="1"/>
      <dgm:spPr/>
      <dgm:t>
        <a:bodyPr/>
        <a:lstStyle/>
        <a:p>
          <a:r>
            <a:rPr lang="en-US" sz="1800" b="1" dirty="0">
              <a:latin typeface="Abadi" panose="020B0604020104020204" pitchFamily="34" charset="0"/>
            </a:rPr>
            <a:t>Best MSE:</a:t>
          </a:r>
          <a:r>
            <a:rPr lang="en-US" sz="1800" dirty="0">
              <a:latin typeface="Abadi" panose="020B0604020104020204" pitchFamily="34" charset="0"/>
            </a:rPr>
            <a:t> </a:t>
          </a:r>
        </a:p>
        <a:p>
          <a:r>
            <a:rPr lang="en-US" sz="1800" dirty="0">
              <a:latin typeface="Abadi" panose="020B0604020104020204" pitchFamily="34" charset="0"/>
            </a:rPr>
            <a:t>0.0664  </a:t>
          </a:r>
        </a:p>
        <a:p>
          <a:r>
            <a:rPr lang="en-US" sz="1800" dirty="0">
              <a:latin typeface="Abadi" panose="020B0604020104020204" pitchFamily="34" charset="0"/>
            </a:rPr>
            <a:t>R² Score: 0.9780 (Linear Regression)</a:t>
          </a:r>
        </a:p>
      </dgm:t>
    </dgm:pt>
    <dgm:pt modelId="{B2BDB58C-2A6D-4658-BD9E-343B2E53B180}" type="parTrans" cxnId="{E3954B25-4CCB-41ED-B744-B3A8C60D8454}">
      <dgm:prSet/>
      <dgm:spPr/>
      <dgm:t>
        <a:bodyPr/>
        <a:lstStyle/>
        <a:p>
          <a:endParaRPr lang="en-US"/>
        </a:p>
      </dgm:t>
    </dgm:pt>
    <dgm:pt modelId="{B3214A13-9B11-45E0-8D2C-75CAACCA8C05}" type="sibTrans" cxnId="{E3954B25-4CCB-41ED-B744-B3A8C60D8454}">
      <dgm:prSet/>
      <dgm:spPr/>
      <dgm:t>
        <a:bodyPr/>
        <a:lstStyle/>
        <a:p>
          <a:endParaRPr lang="en-US"/>
        </a:p>
      </dgm:t>
    </dgm:pt>
    <dgm:pt modelId="{0392523F-2882-4B03-9EA3-C8E72C65FB69}" type="pres">
      <dgm:prSet presAssocID="{334D6027-9C37-4D1B-97FC-64C6C2533375}" presName="root" presStyleCnt="0">
        <dgm:presLayoutVars>
          <dgm:dir/>
          <dgm:resizeHandles val="exact"/>
        </dgm:presLayoutVars>
      </dgm:prSet>
      <dgm:spPr/>
    </dgm:pt>
    <dgm:pt modelId="{BE9288FF-1FF6-46C0-941F-BB6B32D1B4C3}" type="pres">
      <dgm:prSet presAssocID="{334D6027-9C37-4D1B-97FC-64C6C2533375}" presName="container" presStyleCnt="0">
        <dgm:presLayoutVars>
          <dgm:dir/>
          <dgm:resizeHandles val="exact"/>
        </dgm:presLayoutVars>
      </dgm:prSet>
      <dgm:spPr/>
    </dgm:pt>
    <dgm:pt modelId="{FEB75214-674F-4DF8-8472-FC54142DAF60}" type="pres">
      <dgm:prSet presAssocID="{533190A5-3821-46C0-B2F6-947978C105B6}" presName="compNode" presStyleCnt="0"/>
      <dgm:spPr/>
    </dgm:pt>
    <dgm:pt modelId="{3B08B7E0-D334-4BFD-8159-554D0621D030}" type="pres">
      <dgm:prSet presAssocID="{533190A5-3821-46C0-B2F6-947978C105B6}" presName="iconBgRect" presStyleLbl="bgShp" presStyleIdx="0" presStyleCnt="4"/>
      <dgm:spPr/>
    </dgm:pt>
    <dgm:pt modelId="{32C74741-B48E-4DBF-B0E6-2EDF43C6157B}" type="pres">
      <dgm:prSet presAssocID="{533190A5-3821-46C0-B2F6-947978C105B6}" presName="iconRect" presStyleLbl="node1" presStyleIdx="0" presStyleCnt="4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ottle"/>
        </a:ext>
      </dgm:extLst>
    </dgm:pt>
    <dgm:pt modelId="{A18D763B-E18F-4C1A-BEDC-402119A1AB5A}" type="pres">
      <dgm:prSet presAssocID="{533190A5-3821-46C0-B2F6-947978C105B6}" presName="spaceRect" presStyleCnt="0"/>
      <dgm:spPr/>
    </dgm:pt>
    <dgm:pt modelId="{8FB7DDE6-FC90-4776-B2DD-65F189D3A683}" type="pres">
      <dgm:prSet presAssocID="{533190A5-3821-46C0-B2F6-947978C105B6}" presName="textRect" presStyleLbl="revTx" presStyleIdx="0" presStyleCnt="4">
        <dgm:presLayoutVars>
          <dgm:chMax val="1"/>
          <dgm:chPref val="1"/>
        </dgm:presLayoutVars>
      </dgm:prSet>
      <dgm:spPr/>
    </dgm:pt>
    <dgm:pt modelId="{2E264575-5C99-4D93-A262-845E315861CB}" type="pres">
      <dgm:prSet presAssocID="{83E8557C-A4B7-4ABB-9A0C-30D1DBA6DFD9}" presName="sibTrans" presStyleLbl="sibTrans2D1" presStyleIdx="0" presStyleCnt="0"/>
      <dgm:spPr/>
    </dgm:pt>
    <dgm:pt modelId="{997222B3-CE01-4C9A-80C8-2CBBDBFF5B16}" type="pres">
      <dgm:prSet presAssocID="{0BEE21F4-BA60-4AE2-B9D9-FEE4945205D7}" presName="compNode" presStyleCnt="0"/>
      <dgm:spPr/>
    </dgm:pt>
    <dgm:pt modelId="{46EF5A8A-BBE8-477A-A729-94BAD991DE40}" type="pres">
      <dgm:prSet presAssocID="{0BEE21F4-BA60-4AE2-B9D9-FEE4945205D7}" presName="iconBgRect" presStyleLbl="bgShp" presStyleIdx="1" presStyleCnt="4"/>
      <dgm:spPr/>
    </dgm:pt>
    <dgm:pt modelId="{713066E4-BE8D-4C8F-90DD-EE3674D53C4D}" type="pres">
      <dgm:prSet presAssocID="{0BEE21F4-BA60-4AE2-B9D9-FEE4945205D7}" presName="iconRect" presStyleLbl="node1" presStyleIdx="1" presStyleCnt="4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orest scene"/>
        </a:ext>
      </dgm:extLst>
    </dgm:pt>
    <dgm:pt modelId="{94916DDE-0ED4-49EB-9E19-80D71808F624}" type="pres">
      <dgm:prSet presAssocID="{0BEE21F4-BA60-4AE2-B9D9-FEE4945205D7}" presName="spaceRect" presStyleCnt="0"/>
      <dgm:spPr/>
    </dgm:pt>
    <dgm:pt modelId="{07C73695-D9F0-4C88-92FE-3F7992503DEC}" type="pres">
      <dgm:prSet presAssocID="{0BEE21F4-BA60-4AE2-B9D9-FEE4945205D7}" presName="textRect" presStyleLbl="revTx" presStyleIdx="1" presStyleCnt="4">
        <dgm:presLayoutVars>
          <dgm:chMax val="1"/>
          <dgm:chPref val="1"/>
        </dgm:presLayoutVars>
      </dgm:prSet>
      <dgm:spPr/>
    </dgm:pt>
    <dgm:pt modelId="{75732DE9-C07A-4A0B-B0B5-BA4D25653541}" type="pres">
      <dgm:prSet presAssocID="{A7ED5FC2-F1B0-4F88-A57D-5B988BC7AF33}" presName="sibTrans" presStyleLbl="sibTrans2D1" presStyleIdx="0" presStyleCnt="0"/>
      <dgm:spPr/>
    </dgm:pt>
    <dgm:pt modelId="{5327D97D-C178-456A-AEAF-B6243F126649}" type="pres">
      <dgm:prSet presAssocID="{A7645161-50A9-40ED-BCC1-63A332DD950A}" presName="compNode" presStyleCnt="0"/>
      <dgm:spPr/>
    </dgm:pt>
    <dgm:pt modelId="{05CE7D0D-8429-454D-BBCB-8072611A1069}" type="pres">
      <dgm:prSet presAssocID="{A7645161-50A9-40ED-BCC1-63A332DD950A}" presName="iconBgRect" presStyleLbl="bgShp" presStyleIdx="2" presStyleCnt="4"/>
      <dgm:spPr/>
    </dgm:pt>
    <dgm:pt modelId="{705AE74F-F71C-481B-BEC4-AA36CD089802}" type="pres">
      <dgm:prSet presAssocID="{A7645161-50A9-40ED-BCC1-63A332DD950A}" presName="iconRect" presStyleLbl="node1" presStyleIdx="2" presStyleCnt="4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ey"/>
        </a:ext>
      </dgm:extLst>
    </dgm:pt>
    <dgm:pt modelId="{9F7008E2-A9EE-4779-8545-AB68797F84A4}" type="pres">
      <dgm:prSet presAssocID="{A7645161-50A9-40ED-BCC1-63A332DD950A}" presName="spaceRect" presStyleCnt="0"/>
      <dgm:spPr/>
    </dgm:pt>
    <dgm:pt modelId="{3485A3C0-51D1-4E01-AAEA-1E12BF53A162}" type="pres">
      <dgm:prSet presAssocID="{A7645161-50A9-40ED-BCC1-63A332DD950A}" presName="textRect" presStyleLbl="revTx" presStyleIdx="2" presStyleCnt="4">
        <dgm:presLayoutVars>
          <dgm:chMax val="1"/>
          <dgm:chPref val="1"/>
        </dgm:presLayoutVars>
      </dgm:prSet>
      <dgm:spPr/>
    </dgm:pt>
    <dgm:pt modelId="{CCD07EDE-2B25-4092-AD20-D4FB98275EA8}" type="pres">
      <dgm:prSet presAssocID="{5AA0C769-0CF8-40E7-9BC6-9394DE635A7B}" presName="sibTrans" presStyleLbl="sibTrans2D1" presStyleIdx="0" presStyleCnt="0"/>
      <dgm:spPr/>
    </dgm:pt>
    <dgm:pt modelId="{006E4F3A-FB7D-41C0-B5AB-078377111797}" type="pres">
      <dgm:prSet presAssocID="{FAC7E117-F891-4AA5-B01F-9A8C2B44600D}" presName="compNode" presStyleCnt="0"/>
      <dgm:spPr/>
    </dgm:pt>
    <dgm:pt modelId="{47DADBBD-BF31-4A8F-9645-9C5F8AA5BBAC}" type="pres">
      <dgm:prSet presAssocID="{FAC7E117-F891-4AA5-B01F-9A8C2B44600D}" presName="iconBgRect" presStyleLbl="bgShp" presStyleIdx="3" presStyleCnt="4"/>
      <dgm:spPr/>
    </dgm:pt>
    <dgm:pt modelId="{CDE836E0-A715-4CA4-9C0F-7F1C919DF446}" type="pres">
      <dgm:prSet presAssocID="{FAC7E117-F891-4AA5-B01F-9A8C2B44600D}" presName="iconRect" presStyleLbl="node1" presStyleIdx="3" presStyleCnt="4"/>
      <dgm:spPr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Venn Diagram"/>
        </a:ext>
      </dgm:extLst>
    </dgm:pt>
    <dgm:pt modelId="{42B6D6E7-C726-4453-AB2A-85268E663CC7}" type="pres">
      <dgm:prSet presAssocID="{FAC7E117-F891-4AA5-B01F-9A8C2B44600D}" presName="spaceRect" presStyleCnt="0"/>
      <dgm:spPr/>
    </dgm:pt>
    <dgm:pt modelId="{A122B79E-B3FB-4762-ACFB-8BAABF1E6598}" type="pres">
      <dgm:prSet presAssocID="{FAC7E117-F891-4AA5-B01F-9A8C2B44600D}" presName="textRect" presStyleLbl="revTx" presStyleIdx="3" presStyleCnt="4">
        <dgm:presLayoutVars>
          <dgm:chMax val="1"/>
          <dgm:chPref val="1"/>
        </dgm:presLayoutVars>
      </dgm:prSet>
      <dgm:spPr/>
    </dgm:pt>
  </dgm:ptLst>
  <dgm:cxnLst>
    <dgm:cxn modelId="{E8333A06-6831-421C-B470-06E2DE60F448}" type="presOf" srcId="{83E8557C-A4B7-4ABB-9A0C-30D1DBA6DFD9}" destId="{2E264575-5C99-4D93-A262-845E315861CB}" srcOrd="0" destOrd="0" presId="urn:microsoft.com/office/officeart/2018/2/layout/IconCircleList"/>
    <dgm:cxn modelId="{B462EC0D-CFB2-43F1-B33A-3DDC2B2539AE}" srcId="{334D6027-9C37-4D1B-97FC-64C6C2533375}" destId="{0BEE21F4-BA60-4AE2-B9D9-FEE4945205D7}" srcOrd="1" destOrd="0" parTransId="{1986E0A7-B1BC-43C5-A19D-325CCF758C62}" sibTransId="{A7ED5FC2-F1B0-4F88-A57D-5B988BC7AF33}"/>
    <dgm:cxn modelId="{E3954B25-4CCB-41ED-B744-B3A8C60D8454}" srcId="{334D6027-9C37-4D1B-97FC-64C6C2533375}" destId="{FAC7E117-F891-4AA5-B01F-9A8C2B44600D}" srcOrd="3" destOrd="0" parTransId="{B2BDB58C-2A6D-4658-BD9E-343B2E53B180}" sibTransId="{B3214A13-9B11-45E0-8D2C-75CAACCA8C05}"/>
    <dgm:cxn modelId="{AC51394D-DA2D-4382-8EBF-5A655587DB95}" type="presOf" srcId="{FAC7E117-F891-4AA5-B01F-9A8C2B44600D}" destId="{A122B79E-B3FB-4762-ACFB-8BAABF1E6598}" srcOrd="0" destOrd="0" presId="urn:microsoft.com/office/officeart/2018/2/layout/IconCircleList"/>
    <dgm:cxn modelId="{A7FAB183-1988-4138-881A-3024D37967CE}" type="presOf" srcId="{5AA0C769-0CF8-40E7-9BC6-9394DE635A7B}" destId="{CCD07EDE-2B25-4092-AD20-D4FB98275EA8}" srcOrd="0" destOrd="0" presId="urn:microsoft.com/office/officeart/2018/2/layout/IconCircleList"/>
    <dgm:cxn modelId="{C9C46F8E-4812-4C87-AFA9-82E2EC685998}" srcId="{334D6027-9C37-4D1B-97FC-64C6C2533375}" destId="{A7645161-50A9-40ED-BCC1-63A332DD950A}" srcOrd="2" destOrd="0" parTransId="{B4181DDC-7E3D-4D28-83CF-9AC264DA8054}" sibTransId="{5AA0C769-0CF8-40E7-9BC6-9394DE635A7B}"/>
    <dgm:cxn modelId="{4D7D93B4-12E7-466D-B6DB-7E663A61E387}" type="presOf" srcId="{A7645161-50A9-40ED-BCC1-63A332DD950A}" destId="{3485A3C0-51D1-4E01-AAEA-1E12BF53A162}" srcOrd="0" destOrd="0" presId="urn:microsoft.com/office/officeart/2018/2/layout/IconCircleList"/>
    <dgm:cxn modelId="{78B972B7-4692-4BAA-B774-D3CD9ACFD195}" type="presOf" srcId="{0BEE21F4-BA60-4AE2-B9D9-FEE4945205D7}" destId="{07C73695-D9F0-4C88-92FE-3F7992503DEC}" srcOrd="0" destOrd="0" presId="urn:microsoft.com/office/officeart/2018/2/layout/IconCircleList"/>
    <dgm:cxn modelId="{8F4FBEE5-CFB1-4F94-A4F6-F55D3F143071}" type="presOf" srcId="{A7ED5FC2-F1B0-4F88-A57D-5B988BC7AF33}" destId="{75732DE9-C07A-4A0B-B0B5-BA4D25653541}" srcOrd="0" destOrd="0" presId="urn:microsoft.com/office/officeart/2018/2/layout/IconCircleList"/>
    <dgm:cxn modelId="{2FE97AE8-EDAA-4688-8878-4EF0DFFDA869}" type="presOf" srcId="{533190A5-3821-46C0-B2F6-947978C105B6}" destId="{8FB7DDE6-FC90-4776-B2DD-65F189D3A683}" srcOrd="0" destOrd="0" presId="urn:microsoft.com/office/officeart/2018/2/layout/IconCircleList"/>
    <dgm:cxn modelId="{218B2DF4-4833-4AEA-9246-34AC8F564F00}" type="presOf" srcId="{334D6027-9C37-4D1B-97FC-64C6C2533375}" destId="{0392523F-2882-4B03-9EA3-C8E72C65FB69}" srcOrd="0" destOrd="0" presId="urn:microsoft.com/office/officeart/2018/2/layout/IconCircleList"/>
    <dgm:cxn modelId="{A989FAFF-AAB0-425D-A5E7-D316B4E3E3C0}" srcId="{334D6027-9C37-4D1B-97FC-64C6C2533375}" destId="{533190A5-3821-46C0-B2F6-947978C105B6}" srcOrd="0" destOrd="0" parTransId="{BF263778-2C47-49C5-BBA1-D9403FFEDCA3}" sibTransId="{83E8557C-A4B7-4ABB-9A0C-30D1DBA6DFD9}"/>
    <dgm:cxn modelId="{F2B02B93-026B-4EF6-932B-05A890800F77}" type="presParOf" srcId="{0392523F-2882-4B03-9EA3-C8E72C65FB69}" destId="{BE9288FF-1FF6-46C0-941F-BB6B32D1B4C3}" srcOrd="0" destOrd="0" presId="urn:microsoft.com/office/officeart/2018/2/layout/IconCircleList"/>
    <dgm:cxn modelId="{2293AF85-83AD-4E61-80BD-472D94D89FD0}" type="presParOf" srcId="{BE9288FF-1FF6-46C0-941F-BB6B32D1B4C3}" destId="{FEB75214-674F-4DF8-8472-FC54142DAF60}" srcOrd="0" destOrd="0" presId="urn:microsoft.com/office/officeart/2018/2/layout/IconCircleList"/>
    <dgm:cxn modelId="{BB723537-A987-4BBA-810D-85E2A489E44A}" type="presParOf" srcId="{FEB75214-674F-4DF8-8472-FC54142DAF60}" destId="{3B08B7E0-D334-4BFD-8159-554D0621D030}" srcOrd="0" destOrd="0" presId="urn:microsoft.com/office/officeart/2018/2/layout/IconCircleList"/>
    <dgm:cxn modelId="{DB714730-DCD7-442E-ACFB-0F4260B73869}" type="presParOf" srcId="{FEB75214-674F-4DF8-8472-FC54142DAF60}" destId="{32C74741-B48E-4DBF-B0E6-2EDF43C6157B}" srcOrd="1" destOrd="0" presId="urn:microsoft.com/office/officeart/2018/2/layout/IconCircleList"/>
    <dgm:cxn modelId="{AB0B13E9-EF22-41D7-8EB8-C2D703FC8C1F}" type="presParOf" srcId="{FEB75214-674F-4DF8-8472-FC54142DAF60}" destId="{A18D763B-E18F-4C1A-BEDC-402119A1AB5A}" srcOrd="2" destOrd="0" presId="urn:microsoft.com/office/officeart/2018/2/layout/IconCircleList"/>
    <dgm:cxn modelId="{F6055D9D-80F5-45AC-9CCD-B40306B49EEE}" type="presParOf" srcId="{FEB75214-674F-4DF8-8472-FC54142DAF60}" destId="{8FB7DDE6-FC90-4776-B2DD-65F189D3A683}" srcOrd="3" destOrd="0" presId="urn:microsoft.com/office/officeart/2018/2/layout/IconCircleList"/>
    <dgm:cxn modelId="{0F8B5CE1-8EDF-47F5-BD84-1127ADECBE4F}" type="presParOf" srcId="{BE9288FF-1FF6-46C0-941F-BB6B32D1B4C3}" destId="{2E264575-5C99-4D93-A262-845E315861CB}" srcOrd="1" destOrd="0" presId="urn:microsoft.com/office/officeart/2018/2/layout/IconCircleList"/>
    <dgm:cxn modelId="{99603C48-1DE1-4E26-834D-B5B78F0CE1B7}" type="presParOf" srcId="{BE9288FF-1FF6-46C0-941F-BB6B32D1B4C3}" destId="{997222B3-CE01-4C9A-80C8-2CBBDBFF5B16}" srcOrd="2" destOrd="0" presId="urn:microsoft.com/office/officeart/2018/2/layout/IconCircleList"/>
    <dgm:cxn modelId="{A4DF5CD6-8C5E-43A3-BE79-FA4667C82F73}" type="presParOf" srcId="{997222B3-CE01-4C9A-80C8-2CBBDBFF5B16}" destId="{46EF5A8A-BBE8-477A-A729-94BAD991DE40}" srcOrd="0" destOrd="0" presId="urn:microsoft.com/office/officeart/2018/2/layout/IconCircleList"/>
    <dgm:cxn modelId="{C433B102-5B78-4545-B879-F861A152F92D}" type="presParOf" srcId="{997222B3-CE01-4C9A-80C8-2CBBDBFF5B16}" destId="{713066E4-BE8D-4C8F-90DD-EE3674D53C4D}" srcOrd="1" destOrd="0" presId="urn:microsoft.com/office/officeart/2018/2/layout/IconCircleList"/>
    <dgm:cxn modelId="{5CCF178D-C06A-4AC1-874D-E10D102D49B7}" type="presParOf" srcId="{997222B3-CE01-4C9A-80C8-2CBBDBFF5B16}" destId="{94916DDE-0ED4-49EB-9E19-80D71808F624}" srcOrd="2" destOrd="0" presId="urn:microsoft.com/office/officeart/2018/2/layout/IconCircleList"/>
    <dgm:cxn modelId="{746A5DA9-A126-49DE-92A4-4939BC92F3AE}" type="presParOf" srcId="{997222B3-CE01-4C9A-80C8-2CBBDBFF5B16}" destId="{07C73695-D9F0-4C88-92FE-3F7992503DEC}" srcOrd="3" destOrd="0" presId="urn:microsoft.com/office/officeart/2018/2/layout/IconCircleList"/>
    <dgm:cxn modelId="{7BDA2B57-AC3E-430B-9BC3-33C8DCAA0240}" type="presParOf" srcId="{BE9288FF-1FF6-46C0-941F-BB6B32D1B4C3}" destId="{75732DE9-C07A-4A0B-B0B5-BA4D25653541}" srcOrd="3" destOrd="0" presId="urn:microsoft.com/office/officeart/2018/2/layout/IconCircleList"/>
    <dgm:cxn modelId="{A279BEB1-780B-4D29-ACF0-2817D624CB6D}" type="presParOf" srcId="{BE9288FF-1FF6-46C0-941F-BB6B32D1B4C3}" destId="{5327D97D-C178-456A-AEAF-B6243F126649}" srcOrd="4" destOrd="0" presId="urn:microsoft.com/office/officeart/2018/2/layout/IconCircleList"/>
    <dgm:cxn modelId="{B68229FE-1C4A-4D86-858E-BB964CC58BE4}" type="presParOf" srcId="{5327D97D-C178-456A-AEAF-B6243F126649}" destId="{05CE7D0D-8429-454D-BBCB-8072611A1069}" srcOrd="0" destOrd="0" presId="urn:microsoft.com/office/officeart/2018/2/layout/IconCircleList"/>
    <dgm:cxn modelId="{9E4187AC-FA8B-48B6-88E6-BF2B50717479}" type="presParOf" srcId="{5327D97D-C178-456A-AEAF-B6243F126649}" destId="{705AE74F-F71C-481B-BEC4-AA36CD089802}" srcOrd="1" destOrd="0" presId="urn:microsoft.com/office/officeart/2018/2/layout/IconCircleList"/>
    <dgm:cxn modelId="{7BF9093C-7F5B-4424-8CA5-746783171AE3}" type="presParOf" srcId="{5327D97D-C178-456A-AEAF-B6243F126649}" destId="{9F7008E2-A9EE-4779-8545-AB68797F84A4}" srcOrd="2" destOrd="0" presId="urn:microsoft.com/office/officeart/2018/2/layout/IconCircleList"/>
    <dgm:cxn modelId="{C3EDFDCF-D9F5-4802-A473-3052DA0EFBE7}" type="presParOf" srcId="{5327D97D-C178-456A-AEAF-B6243F126649}" destId="{3485A3C0-51D1-4E01-AAEA-1E12BF53A162}" srcOrd="3" destOrd="0" presId="urn:microsoft.com/office/officeart/2018/2/layout/IconCircleList"/>
    <dgm:cxn modelId="{E9F40DC3-B32C-42CE-9C92-614E2B0377C3}" type="presParOf" srcId="{BE9288FF-1FF6-46C0-941F-BB6B32D1B4C3}" destId="{CCD07EDE-2B25-4092-AD20-D4FB98275EA8}" srcOrd="5" destOrd="0" presId="urn:microsoft.com/office/officeart/2018/2/layout/IconCircleList"/>
    <dgm:cxn modelId="{1BEE0586-8B5F-4764-AFA0-C6E8A5DF7769}" type="presParOf" srcId="{BE9288FF-1FF6-46C0-941F-BB6B32D1B4C3}" destId="{006E4F3A-FB7D-41C0-B5AB-078377111797}" srcOrd="6" destOrd="0" presId="urn:microsoft.com/office/officeart/2018/2/layout/IconCircleList"/>
    <dgm:cxn modelId="{64888A7D-3865-481C-A8AC-2EFFD1762E08}" type="presParOf" srcId="{006E4F3A-FB7D-41C0-B5AB-078377111797}" destId="{47DADBBD-BF31-4A8F-9645-9C5F8AA5BBAC}" srcOrd="0" destOrd="0" presId="urn:microsoft.com/office/officeart/2018/2/layout/IconCircleList"/>
    <dgm:cxn modelId="{38B5E316-0BBA-4232-A80F-0E2887C0FA2D}" type="presParOf" srcId="{006E4F3A-FB7D-41C0-B5AB-078377111797}" destId="{CDE836E0-A715-4CA4-9C0F-7F1C919DF446}" srcOrd="1" destOrd="0" presId="urn:microsoft.com/office/officeart/2018/2/layout/IconCircleList"/>
    <dgm:cxn modelId="{0174A3B3-C961-4141-A038-203B1711DB66}" type="presParOf" srcId="{006E4F3A-FB7D-41C0-B5AB-078377111797}" destId="{42B6D6E7-C726-4453-AB2A-85268E663CC7}" srcOrd="2" destOrd="0" presId="urn:microsoft.com/office/officeart/2018/2/layout/IconCircleList"/>
    <dgm:cxn modelId="{7FC78F23-BDA0-4803-875D-39D261F60EAB}" type="presParOf" srcId="{006E4F3A-FB7D-41C0-B5AB-078377111797}" destId="{A122B79E-B3FB-4762-ACFB-8BAABF1E6598}" srcOrd="3" destOrd="0" presId="urn:microsoft.com/office/officeart/2018/2/layout/IconCircle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.xml><?xml version="1.0" encoding="utf-8"?>
<dgm:dataModel xmlns:dgm="http://schemas.openxmlformats.org/drawingml/2006/diagram" xmlns:a="http://schemas.openxmlformats.org/drawingml/2006/main">
  <dgm:ptLst>
    <dgm:pt modelId="{FE738258-1072-4038-A5F5-486FFE7411CD}" type="doc">
      <dgm:prSet loTypeId="urn:microsoft.com/office/officeart/2005/8/layout/vList2" loCatId="list" qsTypeId="urn:microsoft.com/office/officeart/2005/8/quickstyle/3d4" qsCatId="3D" csTypeId="urn:microsoft.com/office/officeart/2005/8/colors/accent3_3" csCatId="accent3"/>
      <dgm:spPr/>
      <dgm:t>
        <a:bodyPr/>
        <a:lstStyle/>
        <a:p>
          <a:endParaRPr lang="en-US"/>
        </a:p>
      </dgm:t>
    </dgm:pt>
    <dgm:pt modelId="{0E0263C7-B208-4086-B559-A8CDFE5FB3FB}">
      <dgm:prSet/>
      <dgm:spPr/>
      <dgm:t>
        <a:bodyPr/>
        <a:lstStyle/>
        <a:p>
          <a:r>
            <a:rPr lang="en-US" dirty="0">
              <a:solidFill>
                <a:schemeClr val="tx1">
                  <a:lumMod val="65000"/>
                  <a:lumOff val="35000"/>
                </a:schemeClr>
              </a:solidFill>
              <a:latin typeface="Abadi" panose="020B0604020104020204" pitchFamily="34" charset="0"/>
            </a:rPr>
            <a:t>Friends smoking and marijuana use (peer influence)</a:t>
          </a:r>
        </a:p>
      </dgm:t>
    </dgm:pt>
    <dgm:pt modelId="{FD93BC92-7F6B-41DD-B157-098688A8AFE3}" type="parTrans" cxnId="{409677BE-83C0-4D4F-9AB9-19E7470695EF}">
      <dgm:prSet/>
      <dgm:spPr/>
      <dgm:t>
        <a:bodyPr/>
        <a:lstStyle/>
        <a:p>
          <a:endParaRPr lang="en-US"/>
        </a:p>
      </dgm:t>
    </dgm:pt>
    <dgm:pt modelId="{ECFE1F66-3830-4CB2-AFD3-89B04D67643A}" type="sibTrans" cxnId="{409677BE-83C0-4D4F-9AB9-19E7470695EF}">
      <dgm:prSet/>
      <dgm:spPr/>
      <dgm:t>
        <a:bodyPr/>
        <a:lstStyle/>
        <a:p>
          <a:endParaRPr lang="en-US"/>
        </a:p>
      </dgm:t>
    </dgm:pt>
    <dgm:pt modelId="{853E107B-14A6-460F-9946-1879FBC2B91F}">
      <dgm:prSet/>
      <dgm:spPr/>
      <dgm:t>
        <a:bodyPr/>
        <a:lstStyle/>
        <a:p>
          <a:r>
            <a:rPr lang="en-US" dirty="0">
              <a:solidFill>
                <a:schemeClr val="tx1">
                  <a:lumMod val="65000"/>
                  <a:lumOff val="35000"/>
                </a:schemeClr>
              </a:solidFill>
              <a:latin typeface="Abadi" panose="020B0604020104020204" pitchFamily="34" charset="0"/>
            </a:rPr>
            <a:t>Parental discussion = protective factor</a:t>
          </a:r>
        </a:p>
      </dgm:t>
    </dgm:pt>
    <dgm:pt modelId="{DF1E6275-ADF6-4B9B-9116-9D366811A848}" type="parTrans" cxnId="{70EECDBE-1CAD-470E-96B6-A2751A4352FB}">
      <dgm:prSet/>
      <dgm:spPr/>
      <dgm:t>
        <a:bodyPr/>
        <a:lstStyle/>
        <a:p>
          <a:endParaRPr lang="en-US"/>
        </a:p>
      </dgm:t>
    </dgm:pt>
    <dgm:pt modelId="{BD8A43C6-4CF6-4D90-995D-A023DC1299A1}" type="sibTrans" cxnId="{70EECDBE-1CAD-470E-96B6-A2751A4352FB}">
      <dgm:prSet/>
      <dgm:spPr/>
      <dgm:t>
        <a:bodyPr/>
        <a:lstStyle/>
        <a:p>
          <a:endParaRPr lang="en-US"/>
        </a:p>
      </dgm:t>
    </dgm:pt>
    <dgm:pt modelId="{2437957A-1859-4BCE-9460-3D6B13899009}">
      <dgm:prSet/>
      <dgm:spPr/>
      <dgm:t>
        <a:bodyPr/>
        <a:lstStyle/>
        <a:p>
          <a:r>
            <a:rPr lang="en-US" dirty="0">
              <a:solidFill>
                <a:schemeClr val="tx1">
                  <a:lumMod val="65000"/>
                  <a:lumOff val="35000"/>
                </a:schemeClr>
              </a:solidFill>
              <a:latin typeface="Abadi" panose="020B0604020104020204" pitchFamily="34" charset="0"/>
            </a:rPr>
            <a:t>Demographics (gender, race) as informative attributes</a:t>
          </a:r>
        </a:p>
      </dgm:t>
    </dgm:pt>
    <dgm:pt modelId="{07E99325-7141-4FC5-8C10-42C174267FD5}" type="parTrans" cxnId="{1BA735D8-D251-4EAE-B8E8-45F733BAAD1A}">
      <dgm:prSet/>
      <dgm:spPr/>
      <dgm:t>
        <a:bodyPr/>
        <a:lstStyle/>
        <a:p>
          <a:endParaRPr lang="en-US"/>
        </a:p>
      </dgm:t>
    </dgm:pt>
    <dgm:pt modelId="{272041CD-8907-4BC6-ABEA-FC004BD6FDDF}" type="sibTrans" cxnId="{1BA735D8-D251-4EAE-B8E8-45F733BAAD1A}">
      <dgm:prSet/>
      <dgm:spPr/>
      <dgm:t>
        <a:bodyPr/>
        <a:lstStyle/>
        <a:p>
          <a:endParaRPr lang="en-US"/>
        </a:p>
      </dgm:t>
    </dgm:pt>
    <dgm:pt modelId="{E8EE6C39-8CC7-4960-BAC0-545CD597FCFC}">
      <dgm:prSet/>
      <dgm:spPr/>
      <dgm:t>
        <a:bodyPr/>
        <a:lstStyle/>
        <a:p>
          <a:r>
            <a:rPr lang="en-US" dirty="0">
              <a:solidFill>
                <a:schemeClr val="tx1">
                  <a:lumMod val="65000"/>
                  <a:lumOff val="35000"/>
                </a:schemeClr>
              </a:solidFill>
              <a:latin typeface="Abadi" panose="020B0604020104020204" pitchFamily="34" charset="0"/>
            </a:rPr>
            <a:t>School attendance linked to lower risk</a:t>
          </a:r>
        </a:p>
      </dgm:t>
    </dgm:pt>
    <dgm:pt modelId="{424B124A-2CB2-40BF-A214-5C15EA79C9FC}" type="parTrans" cxnId="{A7B566F3-BDA4-4595-B5EB-CA7918ACB5DB}">
      <dgm:prSet/>
      <dgm:spPr/>
      <dgm:t>
        <a:bodyPr/>
        <a:lstStyle/>
        <a:p>
          <a:endParaRPr lang="en-US"/>
        </a:p>
      </dgm:t>
    </dgm:pt>
    <dgm:pt modelId="{04965CB6-131D-42DF-AECB-7B2DCE56C33B}" type="sibTrans" cxnId="{A7B566F3-BDA4-4595-B5EB-CA7918ACB5DB}">
      <dgm:prSet/>
      <dgm:spPr/>
      <dgm:t>
        <a:bodyPr/>
        <a:lstStyle/>
        <a:p>
          <a:endParaRPr lang="en-US"/>
        </a:p>
      </dgm:t>
    </dgm:pt>
    <dgm:pt modelId="{246A26C0-AF04-474B-9037-6C81978B0C76}" type="pres">
      <dgm:prSet presAssocID="{FE738258-1072-4038-A5F5-486FFE7411CD}" presName="linear" presStyleCnt="0">
        <dgm:presLayoutVars>
          <dgm:animLvl val="lvl"/>
          <dgm:resizeHandles val="exact"/>
        </dgm:presLayoutVars>
      </dgm:prSet>
      <dgm:spPr/>
    </dgm:pt>
    <dgm:pt modelId="{9808C108-3EF4-4ED9-A3F8-764EB0C7D961}" type="pres">
      <dgm:prSet presAssocID="{0E0263C7-B208-4086-B559-A8CDFE5FB3FB}" presName="parentText" presStyleLbl="node1" presStyleIdx="0" presStyleCnt="4">
        <dgm:presLayoutVars>
          <dgm:chMax val="0"/>
          <dgm:bulletEnabled val="1"/>
        </dgm:presLayoutVars>
      </dgm:prSet>
      <dgm:spPr/>
    </dgm:pt>
    <dgm:pt modelId="{1AAD9F58-8290-4FEF-B601-36B6B031544A}" type="pres">
      <dgm:prSet presAssocID="{ECFE1F66-3830-4CB2-AFD3-89B04D67643A}" presName="spacer" presStyleCnt="0"/>
      <dgm:spPr/>
    </dgm:pt>
    <dgm:pt modelId="{EEFDFB44-1155-4A6A-90E7-DD7DB52DFA48}" type="pres">
      <dgm:prSet presAssocID="{853E107B-14A6-460F-9946-1879FBC2B91F}" presName="parentText" presStyleLbl="node1" presStyleIdx="1" presStyleCnt="4">
        <dgm:presLayoutVars>
          <dgm:chMax val="0"/>
          <dgm:bulletEnabled val="1"/>
        </dgm:presLayoutVars>
      </dgm:prSet>
      <dgm:spPr/>
    </dgm:pt>
    <dgm:pt modelId="{1D77AA68-4DB5-4F1E-BFE9-2FBA77212520}" type="pres">
      <dgm:prSet presAssocID="{BD8A43C6-4CF6-4D90-995D-A023DC1299A1}" presName="spacer" presStyleCnt="0"/>
      <dgm:spPr/>
    </dgm:pt>
    <dgm:pt modelId="{DBD43B41-AF5F-4322-9527-BE7444DF9514}" type="pres">
      <dgm:prSet presAssocID="{2437957A-1859-4BCE-9460-3D6B13899009}" presName="parentText" presStyleLbl="node1" presStyleIdx="2" presStyleCnt="4">
        <dgm:presLayoutVars>
          <dgm:chMax val="0"/>
          <dgm:bulletEnabled val="1"/>
        </dgm:presLayoutVars>
      </dgm:prSet>
      <dgm:spPr/>
    </dgm:pt>
    <dgm:pt modelId="{F3DCC9DE-5553-4652-932B-2397F377DCC8}" type="pres">
      <dgm:prSet presAssocID="{272041CD-8907-4BC6-ABEA-FC004BD6FDDF}" presName="spacer" presStyleCnt="0"/>
      <dgm:spPr/>
    </dgm:pt>
    <dgm:pt modelId="{F9D652AB-A7E7-4A2C-94B1-F14713B4AABA}" type="pres">
      <dgm:prSet presAssocID="{E8EE6C39-8CC7-4960-BAC0-545CD597FCFC}" presName="parentText" presStyleLbl="node1" presStyleIdx="3" presStyleCnt="4">
        <dgm:presLayoutVars>
          <dgm:chMax val="0"/>
          <dgm:bulletEnabled val="1"/>
        </dgm:presLayoutVars>
      </dgm:prSet>
      <dgm:spPr/>
    </dgm:pt>
  </dgm:ptLst>
  <dgm:cxnLst>
    <dgm:cxn modelId="{4718880A-48BA-4B61-B80D-8D8536180CFF}" type="presOf" srcId="{2437957A-1859-4BCE-9460-3D6B13899009}" destId="{DBD43B41-AF5F-4322-9527-BE7444DF9514}" srcOrd="0" destOrd="0" presId="urn:microsoft.com/office/officeart/2005/8/layout/vList2"/>
    <dgm:cxn modelId="{4160B022-EE30-4BEA-A78A-749E11E2F8A9}" type="presOf" srcId="{E8EE6C39-8CC7-4960-BAC0-545CD597FCFC}" destId="{F9D652AB-A7E7-4A2C-94B1-F14713B4AABA}" srcOrd="0" destOrd="0" presId="urn:microsoft.com/office/officeart/2005/8/layout/vList2"/>
    <dgm:cxn modelId="{D4277D5B-304E-4480-B6DC-1931CAF39FD4}" type="presOf" srcId="{0E0263C7-B208-4086-B559-A8CDFE5FB3FB}" destId="{9808C108-3EF4-4ED9-A3F8-764EB0C7D961}" srcOrd="0" destOrd="0" presId="urn:microsoft.com/office/officeart/2005/8/layout/vList2"/>
    <dgm:cxn modelId="{7EA41054-FF76-435C-A47B-7C9D0D68842F}" type="presOf" srcId="{FE738258-1072-4038-A5F5-486FFE7411CD}" destId="{246A26C0-AF04-474B-9037-6C81978B0C76}" srcOrd="0" destOrd="0" presId="urn:microsoft.com/office/officeart/2005/8/layout/vList2"/>
    <dgm:cxn modelId="{19D3D6AD-0760-4F9A-9655-3718A5248AF2}" type="presOf" srcId="{853E107B-14A6-460F-9946-1879FBC2B91F}" destId="{EEFDFB44-1155-4A6A-90E7-DD7DB52DFA48}" srcOrd="0" destOrd="0" presId="urn:microsoft.com/office/officeart/2005/8/layout/vList2"/>
    <dgm:cxn modelId="{409677BE-83C0-4D4F-9AB9-19E7470695EF}" srcId="{FE738258-1072-4038-A5F5-486FFE7411CD}" destId="{0E0263C7-B208-4086-B559-A8CDFE5FB3FB}" srcOrd="0" destOrd="0" parTransId="{FD93BC92-7F6B-41DD-B157-098688A8AFE3}" sibTransId="{ECFE1F66-3830-4CB2-AFD3-89B04D67643A}"/>
    <dgm:cxn modelId="{70EECDBE-1CAD-470E-96B6-A2751A4352FB}" srcId="{FE738258-1072-4038-A5F5-486FFE7411CD}" destId="{853E107B-14A6-460F-9946-1879FBC2B91F}" srcOrd="1" destOrd="0" parTransId="{DF1E6275-ADF6-4B9B-9116-9D366811A848}" sibTransId="{BD8A43C6-4CF6-4D90-995D-A023DC1299A1}"/>
    <dgm:cxn modelId="{1BA735D8-D251-4EAE-B8E8-45F733BAAD1A}" srcId="{FE738258-1072-4038-A5F5-486FFE7411CD}" destId="{2437957A-1859-4BCE-9460-3D6B13899009}" srcOrd="2" destOrd="0" parTransId="{07E99325-7141-4FC5-8C10-42C174267FD5}" sibTransId="{272041CD-8907-4BC6-ABEA-FC004BD6FDDF}"/>
    <dgm:cxn modelId="{A7B566F3-BDA4-4595-B5EB-CA7918ACB5DB}" srcId="{FE738258-1072-4038-A5F5-486FFE7411CD}" destId="{E8EE6C39-8CC7-4960-BAC0-545CD597FCFC}" srcOrd="3" destOrd="0" parTransId="{424B124A-2CB2-40BF-A214-5C15EA79C9FC}" sibTransId="{04965CB6-131D-42DF-AECB-7B2DCE56C33B}"/>
    <dgm:cxn modelId="{360745D7-AF2A-4BEA-9B27-FC399BE00720}" type="presParOf" srcId="{246A26C0-AF04-474B-9037-6C81978B0C76}" destId="{9808C108-3EF4-4ED9-A3F8-764EB0C7D961}" srcOrd="0" destOrd="0" presId="urn:microsoft.com/office/officeart/2005/8/layout/vList2"/>
    <dgm:cxn modelId="{70EABD7D-ED91-49A7-9970-60CEABA0C6AF}" type="presParOf" srcId="{246A26C0-AF04-474B-9037-6C81978B0C76}" destId="{1AAD9F58-8290-4FEF-B601-36B6B031544A}" srcOrd="1" destOrd="0" presId="urn:microsoft.com/office/officeart/2005/8/layout/vList2"/>
    <dgm:cxn modelId="{E31FFA17-5E3E-474E-BFA7-1BCBFA2A87AC}" type="presParOf" srcId="{246A26C0-AF04-474B-9037-6C81978B0C76}" destId="{EEFDFB44-1155-4A6A-90E7-DD7DB52DFA48}" srcOrd="2" destOrd="0" presId="urn:microsoft.com/office/officeart/2005/8/layout/vList2"/>
    <dgm:cxn modelId="{696CAEFF-09BB-45C1-85C3-1E18061DE6E6}" type="presParOf" srcId="{246A26C0-AF04-474B-9037-6C81978B0C76}" destId="{1D77AA68-4DB5-4F1E-BFE9-2FBA77212520}" srcOrd="3" destOrd="0" presId="urn:microsoft.com/office/officeart/2005/8/layout/vList2"/>
    <dgm:cxn modelId="{2C2D7E4C-7BE2-4D43-B8A3-5448990EF786}" type="presParOf" srcId="{246A26C0-AF04-474B-9037-6C81978B0C76}" destId="{DBD43B41-AF5F-4322-9527-BE7444DF9514}" srcOrd="4" destOrd="0" presId="urn:microsoft.com/office/officeart/2005/8/layout/vList2"/>
    <dgm:cxn modelId="{6D9E0427-B2A6-4172-95F1-DF05BDD2D20B}" type="presParOf" srcId="{246A26C0-AF04-474B-9037-6C81978B0C76}" destId="{F3DCC9DE-5553-4652-932B-2397F377DCC8}" srcOrd="5" destOrd="0" presId="urn:microsoft.com/office/officeart/2005/8/layout/vList2"/>
    <dgm:cxn modelId="{9A8454F5-0549-48FE-89A8-A2CAAC2C76F3}" type="presParOf" srcId="{246A26C0-AF04-474B-9037-6C81978B0C76}" destId="{F9D652AB-A7E7-4A2C-94B1-F14713B4AABA}" srcOrd="6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.xml><?xml version="1.0" encoding="utf-8"?>
<dgm:dataModel xmlns:dgm="http://schemas.openxmlformats.org/drawingml/2006/diagram" xmlns:a="http://schemas.openxmlformats.org/drawingml/2006/main">
  <dgm:ptLst>
    <dgm:pt modelId="{C5C1A5DB-CBF8-44E9-9C92-249DE4F7F81F}" type="doc">
      <dgm:prSet loTypeId="urn:microsoft.com/office/officeart/2008/layout/LinedList" loCatId="list" qsTypeId="urn:microsoft.com/office/officeart/2005/8/quickstyle/3d3" qsCatId="3D" csTypeId="urn:microsoft.com/office/officeart/2005/8/colors/colorful5" csCatId="colorful" phldr="1"/>
      <dgm:spPr/>
      <dgm:t>
        <a:bodyPr/>
        <a:lstStyle/>
        <a:p>
          <a:endParaRPr lang="en-US"/>
        </a:p>
      </dgm:t>
    </dgm:pt>
    <dgm:pt modelId="{44FE61B0-6A52-48C7-95EB-5306CB8B361B}">
      <dgm:prSet/>
      <dgm:spPr/>
      <dgm:t>
        <a:bodyPr/>
        <a:lstStyle/>
        <a:p>
          <a:r>
            <a:rPr lang="en-US" dirty="0">
              <a:latin typeface="Abadi" panose="020B0604020104020204" pitchFamily="34" charset="0"/>
            </a:rPr>
            <a:t>Avoid misinterpretation of demographic correlations.</a:t>
          </a:r>
        </a:p>
      </dgm:t>
    </dgm:pt>
    <dgm:pt modelId="{C2A22BAC-9308-4750-867F-6D6C8161A252}" type="parTrans" cxnId="{F3027779-A21C-4661-86FC-0BBF1BE982B1}">
      <dgm:prSet/>
      <dgm:spPr/>
      <dgm:t>
        <a:bodyPr/>
        <a:lstStyle/>
        <a:p>
          <a:endParaRPr lang="en-US"/>
        </a:p>
      </dgm:t>
    </dgm:pt>
    <dgm:pt modelId="{075E3DD8-A908-4787-A0CC-5A8417D2D752}" type="sibTrans" cxnId="{F3027779-A21C-4661-86FC-0BBF1BE982B1}">
      <dgm:prSet/>
      <dgm:spPr/>
      <dgm:t>
        <a:bodyPr/>
        <a:lstStyle/>
        <a:p>
          <a:endParaRPr lang="en-US"/>
        </a:p>
      </dgm:t>
    </dgm:pt>
    <dgm:pt modelId="{B86C0216-A096-47C3-AC90-0049BC9922B3}">
      <dgm:prSet/>
      <dgm:spPr/>
      <dgm:t>
        <a:bodyPr/>
        <a:lstStyle/>
        <a:p>
          <a:r>
            <a:rPr lang="en-US" dirty="0">
              <a:latin typeface="Abadi" panose="020B0604020104020204" pitchFamily="34" charset="0"/>
            </a:rPr>
            <a:t>Model should be used for awareness and not profiling.</a:t>
          </a:r>
        </a:p>
      </dgm:t>
    </dgm:pt>
    <dgm:pt modelId="{EE822A2D-30B8-4094-BE91-2D00BCBC01F8}" type="parTrans" cxnId="{8A3ADE81-9BE9-486A-B04A-FF290034530B}">
      <dgm:prSet/>
      <dgm:spPr/>
      <dgm:t>
        <a:bodyPr/>
        <a:lstStyle/>
        <a:p>
          <a:endParaRPr lang="en-US"/>
        </a:p>
      </dgm:t>
    </dgm:pt>
    <dgm:pt modelId="{2A283676-2216-4267-B1BF-B9C5F074A6D1}" type="sibTrans" cxnId="{8A3ADE81-9BE9-486A-B04A-FF290034530B}">
      <dgm:prSet/>
      <dgm:spPr/>
      <dgm:t>
        <a:bodyPr/>
        <a:lstStyle/>
        <a:p>
          <a:endParaRPr lang="en-US"/>
        </a:p>
      </dgm:t>
    </dgm:pt>
    <dgm:pt modelId="{18458F11-A3F1-4199-A740-9AAE4DA26A20}">
      <dgm:prSet/>
      <dgm:spPr/>
      <dgm:t>
        <a:bodyPr/>
        <a:lstStyle/>
        <a:p>
          <a:r>
            <a:rPr lang="en-US" dirty="0">
              <a:latin typeface="Abadi" panose="020B0604020104020204" pitchFamily="34" charset="0"/>
            </a:rPr>
            <a:t>Should also support/inspire education and open dialogue with youth.</a:t>
          </a:r>
        </a:p>
      </dgm:t>
    </dgm:pt>
    <dgm:pt modelId="{22F15677-55FF-4E10-BB7B-1D1070F41D63}" type="parTrans" cxnId="{34646147-1B0A-43D5-A987-CFA744774973}">
      <dgm:prSet/>
      <dgm:spPr/>
      <dgm:t>
        <a:bodyPr/>
        <a:lstStyle/>
        <a:p>
          <a:endParaRPr lang="en-US"/>
        </a:p>
      </dgm:t>
    </dgm:pt>
    <dgm:pt modelId="{2D627A5E-990B-450F-89C3-D695FA87B795}" type="sibTrans" cxnId="{34646147-1B0A-43D5-A987-CFA744774973}">
      <dgm:prSet/>
      <dgm:spPr/>
      <dgm:t>
        <a:bodyPr/>
        <a:lstStyle/>
        <a:p>
          <a:endParaRPr lang="en-US"/>
        </a:p>
      </dgm:t>
    </dgm:pt>
    <dgm:pt modelId="{26C06E0B-4CB7-49BA-9B51-21EDA8410C39}">
      <dgm:prSet/>
      <dgm:spPr/>
      <dgm:t>
        <a:bodyPr/>
        <a:lstStyle/>
        <a:p>
          <a:r>
            <a:rPr lang="en-US" dirty="0">
              <a:latin typeface="Abadi" panose="020B0604020104020204" pitchFamily="34" charset="0"/>
            </a:rPr>
            <a:t>Always maintain privacy and data protection compliance.</a:t>
          </a:r>
        </a:p>
      </dgm:t>
    </dgm:pt>
    <dgm:pt modelId="{BE2E3A1D-06D8-43A7-85DD-137AE289A9EB}" type="parTrans" cxnId="{51EBC76B-26F7-4478-9E7A-ECF6F21E406E}">
      <dgm:prSet/>
      <dgm:spPr/>
      <dgm:t>
        <a:bodyPr/>
        <a:lstStyle/>
        <a:p>
          <a:endParaRPr lang="en-US"/>
        </a:p>
      </dgm:t>
    </dgm:pt>
    <dgm:pt modelId="{EA22F47A-BCBF-4AFB-92B6-1ADA64DAE5FA}" type="sibTrans" cxnId="{51EBC76B-26F7-4478-9E7A-ECF6F21E406E}">
      <dgm:prSet/>
      <dgm:spPr/>
      <dgm:t>
        <a:bodyPr/>
        <a:lstStyle/>
        <a:p>
          <a:endParaRPr lang="en-US"/>
        </a:p>
      </dgm:t>
    </dgm:pt>
    <dgm:pt modelId="{341E9195-6D8E-45C1-BDE9-28512EE69A64}" type="pres">
      <dgm:prSet presAssocID="{C5C1A5DB-CBF8-44E9-9C92-249DE4F7F81F}" presName="vert0" presStyleCnt="0">
        <dgm:presLayoutVars>
          <dgm:dir/>
          <dgm:animOne val="branch"/>
          <dgm:animLvl val="lvl"/>
        </dgm:presLayoutVars>
      </dgm:prSet>
      <dgm:spPr/>
    </dgm:pt>
    <dgm:pt modelId="{6280E5D9-221B-4169-A4D7-C8FA71B318A0}" type="pres">
      <dgm:prSet presAssocID="{44FE61B0-6A52-48C7-95EB-5306CB8B361B}" presName="thickLine" presStyleLbl="alignNode1" presStyleIdx="0" presStyleCnt="4"/>
      <dgm:spPr/>
    </dgm:pt>
    <dgm:pt modelId="{362B1913-69AD-43E4-9CE9-9C9FB9384CA4}" type="pres">
      <dgm:prSet presAssocID="{44FE61B0-6A52-48C7-95EB-5306CB8B361B}" presName="horz1" presStyleCnt="0"/>
      <dgm:spPr/>
    </dgm:pt>
    <dgm:pt modelId="{9E6B514F-A11C-4BE2-B2AA-70D484ECC02B}" type="pres">
      <dgm:prSet presAssocID="{44FE61B0-6A52-48C7-95EB-5306CB8B361B}" presName="tx1" presStyleLbl="revTx" presStyleIdx="0" presStyleCnt="4"/>
      <dgm:spPr/>
    </dgm:pt>
    <dgm:pt modelId="{005ED912-C631-4209-96C2-EFAF04FA0A80}" type="pres">
      <dgm:prSet presAssocID="{44FE61B0-6A52-48C7-95EB-5306CB8B361B}" presName="vert1" presStyleCnt="0"/>
      <dgm:spPr/>
    </dgm:pt>
    <dgm:pt modelId="{35F8BB3E-73C9-4058-BA97-FED5D2DD6B76}" type="pres">
      <dgm:prSet presAssocID="{B86C0216-A096-47C3-AC90-0049BC9922B3}" presName="thickLine" presStyleLbl="alignNode1" presStyleIdx="1" presStyleCnt="4"/>
      <dgm:spPr/>
    </dgm:pt>
    <dgm:pt modelId="{ED8F44DD-2AEF-4E50-8005-D6822E30761C}" type="pres">
      <dgm:prSet presAssocID="{B86C0216-A096-47C3-AC90-0049BC9922B3}" presName="horz1" presStyleCnt="0"/>
      <dgm:spPr/>
    </dgm:pt>
    <dgm:pt modelId="{8EAB5385-9605-4841-A2BC-5AFBF7ACE5B4}" type="pres">
      <dgm:prSet presAssocID="{B86C0216-A096-47C3-AC90-0049BC9922B3}" presName="tx1" presStyleLbl="revTx" presStyleIdx="1" presStyleCnt="4"/>
      <dgm:spPr/>
    </dgm:pt>
    <dgm:pt modelId="{2F396975-D066-4447-9FED-2DAAB83B3744}" type="pres">
      <dgm:prSet presAssocID="{B86C0216-A096-47C3-AC90-0049BC9922B3}" presName="vert1" presStyleCnt="0"/>
      <dgm:spPr/>
    </dgm:pt>
    <dgm:pt modelId="{5238C0F2-999C-427B-9D3C-9B99B030406B}" type="pres">
      <dgm:prSet presAssocID="{18458F11-A3F1-4199-A740-9AAE4DA26A20}" presName="thickLine" presStyleLbl="alignNode1" presStyleIdx="2" presStyleCnt="4"/>
      <dgm:spPr/>
    </dgm:pt>
    <dgm:pt modelId="{2CC56BFB-3732-484E-BEB8-AE4C6BDB4F16}" type="pres">
      <dgm:prSet presAssocID="{18458F11-A3F1-4199-A740-9AAE4DA26A20}" presName="horz1" presStyleCnt="0"/>
      <dgm:spPr/>
    </dgm:pt>
    <dgm:pt modelId="{FD5AC0AA-E910-4705-AC83-5CF9F3BE794F}" type="pres">
      <dgm:prSet presAssocID="{18458F11-A3F1-4199-A740-9AAE4DA26A20}" presName="tx1" presStyleLbl="revTx" presStyleIdx="2" presStyleCnt="4"/>
      <dgm:spPr/>
    </dgm:pt>
    <dgm:pt modelId="{B6DD4419-D896-4791-87B1-6BF5C56CDF26}" type="pres">
      <dgm:prSet presAssocID="{18458F11-A3F1-4199-A740-9AAE4DA26A20}" presName="vert1" presStyleCnt="0"/>
      <dgm:spPr/>
    </dgm:pt>
    <dgm:pt modelId="{345A65AE-3AA4-4CBD-AAAD-56623070445C}" type="pres">
      <dgm:prSet presAssocID="{26C06E0B-4CB7-49BA-9B51-21EDA8410C39}" presName="thickLine" presStyleLbl="alignNode1" presStyleIdx="3" presStyleCnt="4"/>
      <dgm:spPr/>
    </dgm:pt>
    <dgm:pt modelId="{094D7363-68AC-454B-93BA-B5DF0BD6BC7E}" type="pres">
      <dgm:prSet presAssocID="{26C06E0B-4CB7-49BA-9B51-21EDA8410C39}" presName="horz1" presStyleCnt="0"/>
      <dgm:spPr/>
    </dgm:pt>
    <dgm:pt modelId="{25164965-6B78-402A-BBD2-4ADC7D3AE50A}" type="pres">
      <dgm:prSet presAssocID="{26C06E0B-4CB7-49BA-9B51-21EDA8410C39}" presName="tx1" presStyleLbl="revTx" presStyleIdx="3" presStyleCnt="4"/>
      <dgm:spPr/>
    </dgm:pt>
    <dgm:pt modelId="{19FB9CA4-4EB4-47E9-95C2-3F2A9B79A2A6}" type="pres">
      <dgm:prSet presAssocID="{26C06E0B-4CB7-49BA-9B51-21EDA8410C39}" presName="vert1" presStyleCnt="0"/>
      <dgm:spPr/>
    </dgm:pt>
  </dgm:ptLst>
  <dgm:cxnLst>
    <dgm:cxn modelId="{F3823E30-E19D-4F2E-B8BA-B603454FEB91}" type="presOf" srcId="{B86C0216-A096-47C3-AC90-0049BC9922B3}" destId="{8EAB5385-9605-4841-A2BC-5AFBF7ACE5B4}" srcOrd="0" destOrd="0" presId="urn:microsoft.com/office/officeart/2008/layout/LinedList"/>
    <dgm:cxn modelId="{0416C03D-7622-4E2B-BCFF-85CB38E38B1C}" type="presOf" srcId="{26C06E0B-4CB7-49BA-9B51-21EDA8410C39}" destId="{25164965-6B78-402A-BBD2-4ADC7D3AE50A}" srcOrd="0" destOrd="0" presId="urn:microsoft.com/office/officeart/2008/layout/LinedList"/>
    <dgm:cxn modelId="{34646147-1B0A-43D5-A987-CFA744774973}" srcId="{C5C1A5DB-CBF8-44E9-9C92-249DE4F7F81F}" destId="{18458F11-A3F1-4199-A740-9AAE4DA26A20}" srcOrd="2" destOrd="0" parTransId="{22F15677-55FF-4E10-BB7B-1D1070F41D63}" sibTransId="{2D627A5E-990B-450F-89C3-D695FA87B795}"/>
    <dgm:cxn modelId="{51EBC76B-26F7-4478-9E7A-ECF6F21E406E}" srcId="{C5C1A5DB-CBF8-44E9-9C92-249DE4F7F81F}" destId="{26C06E0B-4CB7-49BA-9B51-21EDA8410C39}" srcOrd="3" destOrd="0" parTransId="{BE2E3A1D-06D8-43A7-85DD-137AE289A9EB}" sibTransId="{EA22F47A-BCBF-4AFB-92B6-1ADA64DAE5FA}"/>
    <dgm:cxn modelId="{F3027779-A21C-4661-86FC-0BBF1BE982B1}" srcId="{C5C1A5DB-CBF8-44E9-9C92-249DE4F7F81F}" destId="{44FE61B0-6A52-48C7-95EB-5306CB8B361B}" srcOrd="0" destOrd="0" parTransId="{C2A22BAC-9308-4750-867F-6D6C8161A252}" sibTransId="{075E3DD8-A908-4787-A0CC-5A8417D2D752}"/>
    <dgm:cxn modelId="{8A3ADE81-9BE9-486A-B04A-FF290034530B}" srcId="{C5C1A5DB-CBF8-44E9-9C92-249DE4F7F81F}" destId="{B86C0216-A096-47C3-AC90-0049BC9922B3}" srcOrd="1" destOrd="0" parTransId="{EE822A2D-30B8-4094-BE91-2D00BCBC01F8}" sibTransId="{2A283676-2216-4267-B1BF-B9C5F074A6D1}"/>
    <dgm:cxn modelId="{4599858B-4881-460F-88E5-981418C0A753}" type="presOf" srcId="{18458F11-A3F1-4199-A740-9AAE4DA26A20}" destId="{FD5AC0AA-E910-4705-AC83-5CF9F3BE794F}" srcOrd="0" destOrd="0" presId="urn:microsoft.com/office/officeart/2008/layout/LinedList"/>
    <dgm:cxn modelId="{A983EBEB-28B6-467F-B96F-A7CB586FAE1B}" type="presOf" srcId="{44FE61B0-6A52-48C7-95EB-5306CB8B361B}" destId="{9E6B514F-A11C-4BE2-B2AA-70D484ECC02B}" srcOrd="0" destOrd="0" presId="urn:microsoft.com/office/officeart/2008/layout/LinedList"/>
    <dgm:cxn modelId="{B47DE0F2-605F-4937-9F43-845A4CED58A7}" type="presOf" srcId="{C5C1A5DB-CBF8-44E9-9C92-249DE4F7F81F}" destId="{341E9195-6D8E-45C1-BDE9-28512EE69A64}" srcOrd="0" destOrd="0" presId="urn:microsoft.com/office/officeart/2008/layout/LinedList"/>
    <dgm:cxn modelId="{79F205FA-087C-4639-9C61-E311831D156A}" type="presParOf" srcId="{341E9195-6D8E-45C1-BDE9-28512EE69A64}" destId="{6280E5D9-221B-4169-A4D7-C8FA71B318A0}" srcOrd="0" destOrd="0" presId="urn:microsoft.com/office/officeart/2008/layout/LinedList"/>
    <dgm:cxn modelId="{C66529FB-9852-4A8D-9EAA-4551E30E4D64}" type="presParOf" srcId="{341E9195-6D8E-45C1-BDE9-28512EE69A64}" destId="{362B1913-69AD-43E4-9CE9-9C9FB9384CA4}" srcOrd="1" destOrd="0" presId="urn:microsoft.com/office/officeart/2008/layout/LinedList"/>
    <dgm:cxn modelId="{AC682AD8-4BC7-40EC-8487-DF6400A11DD0}" type="presParOf" srcId="{362B1913-69AD-43E4-9CE9-9C9FB9384CA4}" destId="{9E6B514F-A11C-4BE2-B2AA-70D484ECC02B}" srcOrd="0" destOrd="0" presId="urn:microsoft.com/office/officeart/2008/layout/LinedList"/>
    <dgm:cxn modelId="{F8B563A6-8C54-42F2-BFBA-9F576F387365}" type="presParOf" srcId="{362B1913-69AD-43E4-9CE9-9C9FB9384CA4}" destId="{005ED912-C631-4209-96C2-EFAF04FA0A80}" srcOrd="1" destOrd="0" presId="urn:microsoft.com/office/officeart/2008/layout/LinedList"/>
    <dgm:cxn modelId="{64C9F14B-4331-414E-8B80-789EA7D23DFF}" type="presParOf" srcId="{341E9195-6D8E-45C1-BDE9-28512EE69A64}" destId="{35F8BB3E-73C9-4058-BA97-FED5D2DD6B76}" srcOrd="2" destOrd="0" presId="urn:microsoft.com/office/officeart/2008/layout/LinedList"/>
    <dgm:cxn modelId="{908E0BBC-1CA8-4464-9C8D-0104215D07C4}" type="presParOf" srcId="{341E9195-6D8E-45C1-BDE9-28512EE69A64}" destId="{ED8F44DD-2AEF-4E50-8005-D6822E30761C}" srcOrd="3" destOrd="0" presId="urn:microsoft.com/office/officeart/2008/layout/LinedList"/>
    <dgm:cxn modelId="{74CB157E-61D3-4260-80D2-3F9459284DF6}" type="presParOf" srcId="{ED8F44DD-2AEF-4E50-8005-D6822E30761C}" destId="{8EAB5385-9605-4841-A2BC-5AFBF7ACE5B4}" srcOrd="0" destOrd="0" presId="urn:microsoft.com/office/officeart/2008/layout/LinedList"/>
    <dgm:cxn modelId="{124574F9-2B52-49BA-A130-F5909D621356}" type="presParOf" srcId="{ED8F44DD-2AEF-4E50-8005-D6822E30761C}" destId="{2F396975-D066-4447-9FED-2DAAB83B3744}" srcOrd="1" destOrd="0" presId="urn:microsoft.com/office/officeart/2008/layout/LinedList"/>
    <dgm:cxn modelId="{16FFA1A5-67CC-4E67-B20E-FF0B55BCCE95}" type="presParOf" srcId="{341E9195-6D8E-45C1-BDE9-28512EE69A64}" destId="{5238C0F2-999C-427B-9D3C-9B99B030406B}" srcOrd="4" destOrd="0" presId="urn:microsoft.com/office/officeart/2008/layout/LinedList"/>
    <dgm:cxn modelId="{25A066FF-13AB-476A-820F-86D0F689EC86}" type="presParOf" srcId="{341E9195-6D8E-45C1-BDE9-28512EE69A64}" destId="{2CC56BFB-3732-484E-BEB8-AE4C6BDB4F16}" srcOrd="5" destOrd="0" presId="urn:microsoft.com/office/officeart/2008/layout/LinedList"/>
    <dgm:cxn modelId="{9E32D859-A808-4B45-9D69-A05DC0E27D03}" type="presParOf" srcId="{2CC56BFB-3732-484E-BEB8-AE4C6BDB4F16}" destId="{FD5AC0AA-E910-4705-AC83-5CF9F3BE794F}" srcOrd="0" destOrd="0" presId="urn:microsoft.com/office/officeart/2008/layout/LinedList"/>
    <dgm:cxn modelId="{FD094809-6A92-4150-85F0-B191E22FE304}" type="presParOf" srcId="{2CC56BFB-3732-484E-BEB8-AE4C6BDB4F16}" destId="{B6DD4419-D896-4791-87B1-6BF5C56CDF26}" srcOrd="1" destOrd="0" presId="urn:microsoft.com/office/officeart/2008/layout/LinedList"/>
    <dgm:cxn modelId="{F0EBEA60-36D0-41F4-AB65-A3C1D5EA717B}" type="presParOf" srcId="{341E9195-6D8E-45C1-BDE9-28512EE69A64}" destId="{345A65AE-3AA4-4CBD-AAAD-56623070445C}" srcOrd="6" destOrd="0" presId="urn:microsoft.com/office/officeart/2008/layout/LinedList"/>
    <dgm:cxn modelId="{801C4303-2418-4962-A0D1-5584BE0BF48B}" type="presParOf" srcId="{341E9195-6D8E-45C1-BDE9-28512EE69A64}" destId="{094D7363-68AC-454B-93BA-B5DF0BD6BC7E}" srcOrd="7" destOrd="0" presId="urn:microsoft.com/office/officeart/2008/layout/LinedList"/>
    <dgm:cxn modelId="{67AA1F27-963D-4607-AF03-0D400A491057}" type="presParOf" srcId="{094D7363-68AC-454B-93BA-B5DF0BD6BC7E}" destId="{25164965-6B78-402A-BBD2-4ADC7D3AE50A}" srcOrd="0" destOrd="0" presId="urn:microsoft.com/office/officeart/2008/layout/LinedList"/>
    <dgm:cxn modelId="{D784E59D-3DFC-4615-9034-41EE142F54ED}" type="presParOf" srcId="{094D7363-68AC-454B-93BA-B5DF0BD6BC7E}" destId="{19FB9CA4-4EB4-47E9-95C2-3F2A9B79A2A6}" srcOrd="1" destOrd="0" presId="urn:microsoft.com/office/officeart/2008/layout/Lined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DF97D09-5641-4A66-A1EC-80BF862C920B}">
      <dsp:nvSpPr>
        <dsp:cNvPr id="0" name=""/>
        <dsp:cNvSpPr/>
      </dsp:nvSpPr>
      <dsp:spPr>
        <a:xfrm>
          <a:off x="0" y="59733"/>
          <a:ext cx="3892570" cy="1000350"/>
        </a:xfrm>
        <a:prstGeom prst="roundRect">
          <a:avLst/>
        </a:prstGeom>
        <a:gradFill rotWithShape="0">
          <a:gsLst>
            <a:gs pos="0">
              <a:schemeClr val="accent3">
                <a:alpha val="90000"/>
                <a:hueOff val="0"/>
                <a:satOff val="0"/>
                <a:lumOff val="0"/>
                <a:alphaOff val="0"/>
                <a:tint val="50000"/>
                <a:satMod val="300000"/>
              </a:schemeClr>
            </a:gs>
            <a:gs pos="35000">
              <a:schemeClr val="accent3">
                <a:alpha val="90000"/>
                <a:hueOff val="0"/>
                <a:satOff val="0"/>
                <a:lumOff val="0"/>
                <a:alphaOff val="0"/>
                <a:tint val="37000"/>
                <a:satMod val="300000"/>
              </a:schemeClr>
            </a:gs>
            <a:gs pos="100000">
              <a:schemeClr val="accent3">
                <a:alpha val="90000"/>
                <a:hueOff val="0"/>
                <a:satOff val="0"/>
                <a:lumOff val="0"/>
                <a:alphaOff val="0"/>
                <a:tint val="15000"/>
                <a:satMod val="350000"/>
              </a:schemeClr>
            </a:gs>
          </a:gsLst>
          <a:lin ang="16200000" scaled="1"/>
        </a:gradFill>
        <a:ln>
          <a:noFill/>
        </a:ln>
        <a:effectLst>
          <a:outerShdw blurRad="40000" dist="20000" dir="5400000" rotWithShape="0">
            <a:srgbClr val="000000">
              <a:alpha val="38000"/>
            </a:srgbClr>
          </a:outerShdw>
        </a:effectLst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72390" tIns="72390" rIns="72390" bIns="72390" numCol="1" spcCol="1270" anchor="ctr" anchorCtr="0">
          <a:noAutofit/>
        </a:bodyPr>
        <a:lstStyle/>
        <a:p>
          <a:pPr marL="0" lvl="0" indent="0" algn="l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900" kern="1200" dirty="0">
              <a:latin typeface="Abadi" panose="020B0604020104020204" pitchFamily="34" charset="0"/>
            </a:rPr>
            <a:t>Decision Trees split data into branches based on feature thresholds.</a:t>
          </a:r>
        </a:p>
      </dsp:txBody>
      <dsp:txXfrm>
        <a:off x="48833" y="108566"/>
        <a:ext cx="3794904" cy="902684"/>
      </dsp:txXfrm>
    </dsp:sp>
    <dsp:sp modelId="{6A091269-9562-447F-9823-2F83E96679BC}">
      <dsp:nvSpPr>
        <dsp:cNvPr id="0" name=""/>
        <dsp:cNvSpPr/>
      </dsp:nvSpPr>
      <dsp:spPr>
        <a:xfrm>
          <a:off x="0" y="1114803"/>
          <a:ext cx="3892570" cy="1000350"/>
        </a:xfrm>
        <a:prstGeom prst="roundRect">
          <a:avLst/>
        </a:prstGeom>
        <a:gradFill rotWithShape="0">
          <a:gsLst>
            <a:gs pos="0">
              <a:schemeClr val="accent3">
                <a:alpha val="90000"/>
                <a:hueOff val="0"/>
                <a:satOff val="0"/>
                <a:lumOff val="0"/>
                <a:alphaOff val="-10000"/>
                <a:tint val="50000"/>
                <a:satMod val="300000"/>
              </a:schemeClr>
            </a:gs>
            <a:gs pos="35000">
              <a:schemeClr val="accent3">
                <a:alpha val="90000"/>
                <a:hueOff val="0"/>
                <a:satOff val="0"/>
                <a:lumOff val="0"/>
                <a:alphaOff val="-10000"/>
                <a:tint val="37000"/>
                <a:satMod val="300000"/>
              </a:schemeClr>
            </a:gs>
            <a:gs pos="100000">
              <a:schemeClr val="accent3">
                <a:alpha val="90000"/>
                <a:hueOff val="0"/>
                <a:satOff val="0"/>
                <a:lumOff val="0"/>
                <a:alphaOff val="-10000"/>
                <a:tint val="15000"/>
                <a:satMod val="350000"/>
              </a:schemeClr>
            </a:gs>
          </a:gsLst>
          <a:lin ang="16200000" scaled="1"/>
        </a:gradFill>
        <a:ln>
          <a:noFill/>
        </a:ln>
        <a:effectLst>
          <a:outerShdw blurRad="40000" dist="20000" dir="5400000" rotWithShape="0">
            <a:srgbClr val="000000">
              <a:alpha val="38000"/>
            </a:srgbClr>
          </a:outerShdw>
        </a:effectLst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72390" tIns="72390" rIns="72390" bIns="72390" numCol="1" spcCol="1270" anchor="ctr" anchorCtr="0">
          <a:noAutofit/>
        </a:bodyPr>
        <a:lstStyle/>
        <a:p>
          <a:pPr marL="0" lvl="0" indent="0" algn="l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900" kern="1200" dirty="0">
              <a:latin typeface="Abadi" panose="020B0604020104020204" pitchFamily="34" charset="0"/>
            </a:rPr>
            <a:t>Models used: Decision Tree, Random Forest, Gradient Boosting, Linear Regression.</a:t>
          </a:r>
        </a:p>
      </dsp:txBody>
      <dsp:txXfrm>
        <a:off x="48833" y="1163636"/>
        <a:ext cx="3794904" cy="902684"/>
      </dsp:txXfrm>
    </dsp:sp>
    <dsp:sp modelId="{A165AD23-CE67-4246-8D3B-9DE0BC889AA6}">
      <dsp:nvSpPr>
        <dsp:cNvPr id="0" name=""/>
        <dsp:cNvSpPr/>
      </dsp:nvSpPr>
      <dsp:spPr>
        <a:xfrm>
          <a:off x="0" y="2169873"/>
          <a:ext cx="3892570" cy="1000350"/>
        </a:xfrm>
        <a:prstGeom prst="roundRect">
          <a:avLst/>
        </a:prstGeom>
        <a:gradFill rotWithShape="0">
          <a:gsLst>
            <a:gs pos="0">
              <a:schemeClr val="accent3">
                <a:alpha val="90000"/>
                <a:hueOff val="0"/>
                <a:satOff val="0"/>
                <a:lumOff val="0"/>
                <a:alphaOff val="-20000"/>
                <a:tint val="50000"/>
                <a:satMod val="300000"/>
              </a:schemeClr>
            </a:gs>
            <a:gs pos="35000">
              <a:schemeClr val="accent3">
                <a:alpha val="90000"/>
                <a:hueOff val="0"/>
                <a:satOff val="0"/>
                <a:lumOff val="0"/>
                <a:alphaOff val="-20000"/>
                <a:tint val="37000"/>
                <a:satMod val="300000"/>
              </a:schemeClr>
            </a:gs>
            <a:gs pos="100000">
              <a:schemeClr val="accent3">
                <a:alpha val="90000"/>
                <a:hueOff val="0"/>
                <a:satOff val="0"/>
                <a:lumOff val="0"/>
                <a:alphaOff val="-20000"/>
                <a:tint val="15000"/>
                <a:satMod val="350000"/>
              </a:schemeClr>
            </a:gs>
          </a:gsLst>
          <a:lin ang="16200000" scaled="1"/>
        </a:gradFill>
        <a:ln>
          <a:noFill/>
        </a:ln>
        <a:effectLst>
          <a:outerShdw blurRad="40000" dist="20000" dir="5400000" rotWithShape="0">
            <a:srgbClr val="000000">
              <a:alpha val="38000"/>
            </a:srgbClr>
          </a:outerShdw>
        </a:effectLst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72390" tIns="72390" rIns="72390" bIns="72390" numCol="1" spcCol="1270" anchor="ctr" anchorCtr="0">
          <a:noAutofit/>
        </a:bodyPr>
        <a:lstStyle/>
        <a:p>
          <a:pPr marL="0" lvl="0" indent="0" algn="l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900" kern="1200" dirty="0">
              <a:latin typeface="Abadi" panose="020B0604020104020204" pitchFamily="34" charset="0"/>
            </a:rPr>
            <a:t>Evaluation Metrics: Accuracy, Precision, Recall, F1-score, MSE, R².</a:t>
          </a:r>
        </a:p>
      </dsp:txBody>
      <dsp:txXfrm>
        <a:off x="48833" y="2218706"/>
        <a:ext cx="3794904" cy="902684"/>
      </dsp:txXfrm>
    </dsp:sp>
    <dsp:sp modelId="{A1449A55-0F30-4A4C-9817-27EAE31C6AC0}">
      <dsp:nvSpPr>
        <dsp:cNvPr id="0" name=""/>
        <dsp:cNvSpPr/>
      </dsp:nvSpPr>
      <dsp:spPr>
        <a:xfrm>
          <a:off x="0" y="3224943"/>
          <a:ext cx="3892570" cy="1000350"/>
        </a:xfrm>
        <a:prstGeom prst="roundRect">
          <a:avLst/>
        </a:prstGeom>
        <a:gradFill rotWithShape="0">
          <a:gsLst>
            <a:gs pos="0">
              <a:schemeClr val="accent3">
                <a:alpha val="90000"/>
                <a:hueOff val="0"/>
                <a:satOff val="0"/>
                <a:lumOff val="0"/>
                <a:alphaOff val="-30000"/>
                <a:tint val="50000"/>
                <a:satMod val="300000"/>
              </a:schemeClr>
            </a:gs>
            <a:gs pos="35000">
              <a:schemeClr val="accent3">
                <a:alpha val="90000"/>
                <a:hueOff val="0"/>
                <a:satOff val="0"/>
                <a:lumOff val="0"/>
                <a:alphaOff val="-30000"/>
                <a:tint val="37000"/>
                <a:satMod val="300000"/>
              </a:schemeClr>
            </a:gs>
            <a:gs pos="100000">
              <a:schemeClr val="accent3">
                <a:alpha val="90000"/>
                <a:hueOff val="0"/>
                <a:satOff val="0"/>
                <a:lumOff val="0"/>
                <a:alphaOff val="-30000"/>
                <a:tint val="15000"/>
                <a:satMod val="350000"/>
              </a:schemeClr>
            </a:gs>
          </a:gsLst>
          <a:lin ang="16200000" scaled="1"/>
        </a:gradFill>
        <a:ln>
          <a:noFill/>
        </a:ln>
        <a:effectLst>
          <a:outerShdw blurRad="40000" dist="20000" dir="5400000" rotWithShape="0">
            <a:srgbClr val="000000">
              <a:alpha val="38000"/>
            </a:srgbClr>
          </a:outerShdw>
        </a:effectLst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72390" tIns="72390" rIns="72390" bIns="72390" numCol="1" spcCol="1270" anchor="ctr" anchorCtr="0">
          <a:noAutofit/>
        </a:bodyPr>
        <a:lstStyle/>
        <a:p>
          <a:pPr marL="0" lvl="0" indent="0" algn="l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900" kern="1200" dirty="0">
              <a:latin typeface="Abadi" panose="020B0604020104020204" pitchFamily="34" charset="0"/>
            </a:rPr>
            <a:t>Pros: Easy to interpret </a:t>
          </a:r>
        </a:p>
      </dsp:txBody>
      <dsp:txXfrm>
        <a:off x="48833" y="3273776"/>
        <a:ext cx="3794904" cy="902684"/>
      </dsp:txXfrm>
    </dsp:sp>
    <dsp:sp modelId="{9DF7562D-62B1-4EEB-9F4A-E646D4B1D28D}">
      <dsp:nvSpPr>
        <dsp:cNvPr id="0" name=""/>
        <dsp:cNvSpPr/>
      </dsp:nvSpPr>
      <dsp:spPr>
        <a:xfrm>
          <a:off x="0" y="4280013"/>
          <a:ext cx="3892570" cy="1000350"/>
        </a:xfrm>
        <a:prstGeom prst="roundRect">
          <a:avLst/>
        </a:prstGeom>
        <a:gradFill rotWithShape="0">
          <a:gsLst>
            <a:gs pos="0">
              <a:schemeClr val="accent3">
                <a:alpha val="90000"/>
                <a:hueOff val="0"/>
                <a:satOff val="0"/>
                <a:lumOff val="0"/>
                <a:alphaOff val="-40000"/>
                <a:tint val="50000"/>
                <a:satMod val="300000"/>
              </a:schemeClr>
            </a:gs>
            <a:gs pos="35000">
              <a:schemeClr val="accent3">
                <a:alpha val="90000"/>
                <a:hueOff val="0"/>
                <a:satOff val="0"/>
                <a:lumOff val="0"/>
                <a:alphaOff val="-40000"/>
                <a:tint val="37000"/>
                <a:satMod val="300000"/>
              </a:schemeClr>
            </a:gs>
            <a:gs pos="100000">
              <a:schemeClr val="accent3">
                <a:alpha val="90000"/>
                <a:hueOff val="0"/>
                <a:satOff val="0"/>
                <a:lumOff val="0"/>
                <a:alphaOff val="-40000"/>
                <a:tint val="15000"/>
                <a:satMod val="350000"/>
              </a:schemeClr>
            </a:gs>
          </a:gsLst>
          <a:lin ang="16200000" scaled="1"/>
        </a:gradFill>
        <a:ln>
          <a:noFill/>
        </a:ln>
        <a:effectLst>
          <a:outerShdw blurRad="40000" dist="20000" dir="5400000" rotWithShape="0">
            <a:srgbClr val="000000">
              <a:alpha val="38000"/>
            </a:srgbClr>
          </a:outerShdw>
        </a:effectLst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72390" tIns="72390" rIns="72390" bIns="72390" numCol="1" spcCol="1270" anchor="ctr" anchorCtr="0">
          <a:noAutofit/>
        </a:bodyPr>
        <a:lstStyle/>
        <a:p>
          <a:pPr marL="0" lvl="0" indent="0" algn="l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900" kern="1200" dirty="0">
              <a:latin typeface="Abadi" panose="020B0604020104020204" pitchFamily="34" charset="0"/>
            </a:rPr>
            <a:t>Cons: Overfitting.</a:t>
          </a:r>
        </a:p>
      </dsp:txBody>
      <dsp:txXfrm>
        <a:off x="48833" y="4328846"/>
        <a:ext cx="3794904" cy="902684"/>
      </dsp:txXfrm>
    </dsp:sp>
  </dsp:spTree>
</dsp:drawing>
</file>

<file path=ppt/diagrams/drawing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1E604AD-EC07-4A49-84B9-591982665048}">
      <dsp:nvSpPr>
        <dsp:cNvPr id="0" name=""/>
        <dsp:cNvSpPr/>
      </dsp:nvSpPr>
      <dsp:spPr>
        <a:xfrm>
          <a:off x="0" y="341977"/>
          <a:ext cx="3621129" cy="936000"/>
        </a:xfrm>
        <a:prstGeom prst="roundRect">
          <a:avLst/>
        </a:prstGeom>
        <a:gradFill rotWithShape="0">
          <a:gsLst>
            <a:gs pos="0">
              <a:schemeClr val="accent2">
                <a:alpha val="90000"/>
                <a:hueOff val="0"/>
                <a:satOff val="0"/>
                <a:lumOff val="0"/>
                <a:alphaOff val="0"/>
                <a:tint val="50000"/>
                <a:satMod val="300000"/>
              </a:schemeClr>
            </a:gs>
            <a:gs pos="35000">
              <a:schemeClr val="accent2">
                <a:alpha val="90000"/>
                <a:hueOff val="0"/>
                <a:satOff val="0"/>
                <a:lumOff val="0"/>
                <a:alphaOff val="0"/>
                <a:tint val="37000"/>
                <a:satMod val="300000"/>
              </a:schemeClr>
            </a:gs>
            <a:gs pos="100000">
              <a:schemeClr val="accent2">
                <a:alpha val="90000"/>
                <a:hueOff val="0"/>
                <a:satOff val="0"/>
                <a:lumOff val="0"/>
                <a:alphaOff val="0"/>
                <a:tint val="15000"/>
                <a:satMod val="350000"/>
              </a:schemeClr>
            </a:gs>
          </a:gsLst>
          <a:lin ang="16200000" scaled="1"/>
        </a:gradFill>
        <a:ln>
          <a:noFill/>
        </a:ln>
        <a:effectLst>
          <a:outerShdw blurRad="40000" dist="20000" dir="5400000" rotWithShape="0">
            <a:srgbClr val="000000">
              <a:alpha val="38000"/>
            </a:srgbClr>
          </a:outerShdw>
        </a:effectLst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95250" tIns="95250" rIns="95250" bIns="95250" numCol="1" spcCol="1270" anchor="ctr" anchorCtr="0">
          <a:noAutofit/>
        </a:bodyPr>
        <a:lstStyle/>
        <a:p>
          <a:pPr marL="0" lvl="0" indent="0" algn="l" defTabSz="1111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500" kern="1200" dirty="0">
              <a:latin typeface="Abadi" panose="020B0604020104020204" pitchFamily="34" charset="0"/>
            </a:rPr>
            <a:t>Target: Ever used cigarettes (Yes/No)</a:t>
          </a:r>
        </a:p>
      </dsp:txBody>
      <dsp:txXfrm>
        <a:off x="45692" y="387669"/>
        <a:ext cx="3529745" cy="844616"/>
      </dsp:txXfrm>
    </dsp:sp>
    <dsp:sp modelId="{0E816A02-369A-4F98-9A98-0ED8101B372E}">
      <dsp:nvSpPr>
        <dsp:cNvPr id="0" name=""/>
        <dsp:cNvSpPr/>
      </dsp:nvSpPr>
      <dsp:spPr>
        <a:xfrm>
          <a:off x="0" y="1349977"/>
          <a:ext cx="3621129" cy="936000"/>
        </a:xfrm>
        <a:prstGeom prst="roundRect">
          <a:avLst/>
        </a:prstGeom>
        <a:gradFill rotWithShape="0">
          <a:gsLst>
            <a:gs pos="0">
              <a:schemeClr val="accent2">
                <a:alpha val="90000"/>
                <a:hueOff val="0"/>
                <a:satOff val="0"/>
                <a:lumOff val="0"/>
                <a:alphaOff val="-10000"/>
                <a:tint val="50000"/>
                <a:satMod val="300000"/>
              </a:schemeClr>
            </a:gs>
            <a:gs pos="35000">
              <a:schemeClr val="accent2">
                <a:alpha val="90000"/>
                <a:hueOff val="0"/>
                <a:satOff val="0"/>
                <a:lumOff val="0"/>
                <a:alphaOff val="-10000"/>
                <a:tint val="37000"/>
                <a:satMod val="300000"/>
              </a:schemeClr>
            </a:gs>
            <a:gs pos="100000">
              <a:schemeClr val="accent2">
                <a:alpha val="90000"/>
                <a:hueOff val="0"/>
                <a:satOff val="0"/>
                <a:lumOff val="0"/>
                <a:alphaOff val="-10000"/>
                <a:tint val="15000"/>
                <a:satMod val="350000"/>
              </a:schemeClr>
            </a:gs>
          </a:gsLst>
          <a:lin ang="16200000" scaled="1"/>
        </a:gradFill>
        <a:ln>
          <a:noFill/>
        </a:ln>
        <a:effectLst>
          <a:outerShdw blurRad="40000" dist="20000" dir="5400000" rotWithShape="0">
            <a:srgbClr val="000000">
              <a:alpha val="38000"/>
            </a:srgbClr>
          </a:outerShdw>
        </a:effectLst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95250" tIns="95250" rIns="95250" bIns="95250" numCol="1" spcCol="1270" anchor="ctr" anchorCtr="0">
          <a:noAutofit/>
        </a:bodyPr>
        <a:lstStyle/>
        <a:p>
          <a:pPr marL="0" lvl="0" indent="0" algn="l" defTabSz="1111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500" kern="1200" dirty="0">
              <a:latin typeface="Abadi" panose="020B0604020104020204" pitchFamily="34" charset="0"/>
            </a:rPr>
            <a:t>Best Features: SCHFELT, CIGMDAYS, gender, race</a:t>
          </a:r>
        </a:p>
      </dsp:txBody>
      <dsp:txXfrm>
        <a:off x="45692" y="1395669"/>
        <a:ext cx="3529745" cy="844616"/>
      </dsp:txXfrm>
    </dsp:sp>
    <dsp:sp modelId="{8C31E653-338A-4D0C-8763-ED1E527CFF06}">
      <dsp:nvSpPr>
        <dsp:cNvPr id="0" name=""/>
        <dsp:cNvSpPr/>
      </dsp:nvSpPr>
      <dsp:spPr>
        <a:xfrm>
          <a:off x="0" y="2357977"/>
          <a:ext cx="3621129" cy="936000"/>
        </a:xfrm>
        <a:prstGeom prst="roundRect">
          <a:avLst/>
        </a:prstGeom>
        <a:gradFill rotWithShape="0">
          <a:gsLst>
            <a:gs pos="0">
              <a:schemeClr val="accent2">
                <a:alpha val="90000"/>
                <a:hueOff val="0"/>
                <a:satOff val="0"/>
                <a:lumOff val="0"/>
                <a:alphaOff val="-20000"/>
                <a:tint val="50000"/>
                <a:satMod val="300000"/>
              </a:schemeClr>
            </a:gs>
            <a:gs pos="35000">
              <a:schemeClr val="accent2">
                <a:alpha val="90000"/>
                <a:hueOff val="0"/>
                <a:satOff val="0"/>
                <a:lumOff val="0"/>
                <a:alphaOff val="-20000"/>
                <a:tint val="37000"/>
                <a:satMod val="300000"/>
              </a:schemeClr>
            </a:gs>
            <a:gs pos="100000">
              <a:schemeClr val="accent2">
                <a:alpha val="90000"/>
                <a:hueOff val="0"/>
                <a:satOff val="0"/>
                <a:lumOff val="0"/>
                <a:alphaOff val="-20000"/>
                <a:tint val="15000"/>
                <a:satMod val="350000"/>
              </a:schemeClr>
            </a:gs>
          </a:gsLst>
          <a:lin ang="16200000" scaled="1"/>
        </a:gradFill>
        <a:ln>
          <a:noFill/>
        </a:ln>
        <a:effectLst>
          <a:outerShdw blurRad="40000" dist="20000" dir="5400000" rotWithShape="0">
            <a:srgbClr val="000000">
              <a:alpha val="38000"/>
            </a:srgbClr>
          </a:outerShdw>
        </a:effectLst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95250" tIns="95250" rIns="95250" bIns="95250" numCol="1" spcCol="1270" anchor="ctr" anchorCtr="0">
          <a:noAutofit/>
        </a:bodyPr>
        <a:lstStyle/>
        <a:p>
          <a:pPr marL="0" lvl="0" indent="0" algn="l" defTabSz="1111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500" kern="1200" dirty="0">
              <a:latin typeface="Abadi" panose="020B0604020104020204" pitchFamily="34" charset="0"/>
            </a:rPr>
            <a:t>Model: Decision Tree Classifier</a:t>
          </a:r>
        </a:p>
      </dsp:txBody>
      <dsp:txXfrm>
        <a:off x="45692" y="2403669"/>
        <a:ext cx="3529745" cy="844616"/>
      </dsp:txXfrm>
    </dsp:sp>
    <dsp:sp modelId="{04034E03-8035-4E1D-ACD2-77EC75DC8F3E}">
      <dsp:nvSpPr>
        <dsp:cNvPr id="0" name=""/>
        <dsp:cNvSpPr/>
      </dsp:nvSpPr>
      <dsp:spPr>
        <a:xfrm>
          <a:off x="0" y="3365977"/>
          <a:ext cx="3621129" cy="936000"/>
        </a:xfrm>
        <a:prstGeom prst="roundRect">
          <a:avLst/>
        </a:prstGeom>
        <a:gradFill rotWithShape="0">
          <a:gsLst>
            <a:gs pos="0">
              <a:schemeClr val="accent2">
                <a:alpha val="90000"/>
                <a:hueOff val="0"/>
                <a:satOff val="0"/>
                <a:lumOff val="0"/>
                <a:alphaOff val="-30000"/>
                <a:tint val="50000"/>
                <a:satMod val="300000"/>
              </a:schemeClr>
            </a:gs>
            <a:gs pos="35000">
              <a:schemeClr val="accent2">
                <a:alpha val="90000"/>
                <a:hueOff val="0"/>
                <a:satOff val="0"/>
                <a:lumOff val="0"/>
                <a:alphaOff val="-30000"/>
                <a:tint val="37000"/>
                <a:satMod val="300000"/>
              </a:schemeClr>
            </a:gs>
            <a:gs pos="100000">
              <a:schemeClr val="accent2">
                <a:alpha val="90000"/>
                <a:hueOff val="0"/>
                <a:satOff val="0"/>
                <a:lumOff val="0"/>
                <a:alphaOff val="-30000"/>
                <a:tint val="15000"/>
                <a:satMod val="350000"/>
              </a:schemeClr>
            </a:gs>
          </a:gsLst>
          <a:lin ang="16200000" scaled="1"/>
        </a:gradFill>
        <a:ln>
          <a:noFill/>
        </a:ln>
        <a:effectLst>
          <a:outerShdw blurRad="40000" dist="20000" dir="5400000" rotWithShape="0">
            <a:srgbClr val="000000">
              <a:alpha val="38000"/>
            </a:srgbClr>
          </a:outerShdw>
        </a:effectLst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95250" tIns="95250" rIns="95250" bIns="95250" numCol="1" spcCol="1270" anchor="ctr" anchorCtr="0">
          <a:noAutofit/>
        </a:bodyPr>
        <a:lstStyle/>
        <a:p>
          <a:pPr marL="0" lvl="0" indent="0" algn="l" defTabSz="1111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500" kern="1200" dirty="0">
              <a:latin typeface="Abadi" panose="020B0604020104020204" pitchFamily="34" charset="0"/>
            </a:rPr>
            <a:t>Performance: Confusion matrix, ROC curve</a:t>
          </a:r>
        </a:p>
      </dsp:txBody>
      <dsp:txXfrm>
        <a:off x="45692" y="3411669"/>
        <a:ext cx="3529745" cy="844616"/>
      </dsp:txXfrm>
    </dsp:sp>
    <dsp:sp modelId="{CE6026D5-1D98-415E-8170-9376267B9248}">
      <dsp:nvSpPr>
        <dsp:cNvPr id="0" name=""/>
        <dsp:cNvSpPr/>
      </dsp:nvSpPr>
      <dsp:spPr>
        <a:xfrm>
          <a:off x="0" y="4373977"/>
          <a:ext cx="3621129" cy="936000"/>
        </a:xfrm>
        <a:prstGeom prst="roundRect">
          <a:avLst/>
        </a:prstGeom>
        <a:gradFill rotWithShape="0">
          <a:gsLst>
            <a:gs pos="0">
              <a:schemeClr val="accent2">
                <a:alpha val="90000"/>
                <a:hueOff val="0"/>
                <a:satOff val="0"/>
                <a:lumOff val="0"/>
                <a:alphaOff val="-40000"/>
                <a:tint val="50000"/>
                <a:satMod val="300000"/>
              </a:schemeClr>
            </a:gs>
            <a:gs pos="35000">
              <a:schemeClr val="accent2">
                <a:alpha val="90000"/>
                <a:hueOff val="0"/>
                <a:satOff val="0"/>
                <a:lumOff val="0"/>
                <a:alphaOff val="-40000"/>
                <a:tint val="37000"/>
                <a:satMod val="300000"/>
              </a:schemeClr>
            </a:gs>
            <a:gs pos="100000">
              <a:schemeClr val="accent2">
                <a:alpha val="90000"/>
                <a:hueOff val="0"/>
                <a:satOff val="0"/>
                <a:lumOff val="0"/>
                <a:alphaOff val="-40000"/>
                <a:tint val="15000"/>
                <a:satMod val="350000"/>
              </a:schemeClr>
            </a:gs>
          </a:gsLst>
          <a:lin ang="16200000" scaled="1"/>
        </a:gradFill>
        <a:ln>
          <a:noFill/>
        </a:ln>
        <a:effectLst>
          <a:outerShdw blurRad="40000" dist="20000" dir="5400000" rotWithShape="0">
            <a:srgbClr val="000000">
              <a:alpha val="38000"/>
            </a:srgbClr>
          </a:outerShdw>
        </a:effectLst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95250" tIns="95250" rIns="95250" bIns="95250" numCol="1" spcCol="1270" anchor="ctr" anchorCtr="0">
          <a:noAutofit/>
        </a:bodyPr>
        <a:lstStyle/>
        <a:p>
          <a:pPr marL="0" lvl="0" indent="0" algn="l" defTabSz="1111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500" kern="1200" dirty="0">
              <a:latin typeface="Abadi" panose="020B0604020104020204" pitchFamily="34" charset="0"/>
            </a:rPr>
            <a:t>Root Node: Emotional health</a:t>
          </a:r>
        </a:p>
      </dsp:txBody>
      <dsp:txXfrm>
        <a:off x="45692" y="4419669"/>
        <a:ext cx="3529745" cy="844616"/>
      </dsp:txXfrm>
    </dsp:sp>
  </dsp:spTree>
</dsp:drawing>
</file>

<file path=ppt/diagrams/drawing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B08B7E0-D334-4BFD-8159-554D0621D030}">
      <dsp:nvSpPr>
        <dsp:cNvPr id="0" name=""/>
        <dsp:cNvSpPr/>
      </dsp:nvSpPr>
      <dsp:spPr>
        <a:xfrm>
          <a:off x="181344" y="162832"/>
          <a:ext cx="1016420" cy="1016420"/>
        </a:xfrm>
        <a:prstGeom prst="ellipse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32C74741-B48E-4DBF-B0E6-2EDF43C6157B}">
      <dsp:nvSpPr>
        <dsp:cNvPr id="0" name=""/>
        <dsp:cNvSpPr/>
      </dsp:nvSpPr>
      <dsp:spPr>
        <a:xfrm>
          <a:off x="394793" y="376281"/>
          <a:ext cx="589524" cy="589524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254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FB7DDE6-FC90-4776-B2DD-65F189D3A683}">
      <dsp:nvSpPr>
        <dsp:cNvPr id="0" name=""/>
        <dsp:cNvSpPr/>
      </dsp:nvSpPr>
      <dsp:spPr>
        <a:xfrm>
          <a:off x="1415569" y="162832"/>
          <a:ext cx="2395848" cy="101642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b="1" kern="1200" dirty="0">
              <a:latin typeface="Abadi" panose="020B0604020104020204" pitchFamily="34" charset="0"/>
            </a:rPr>
            <a:t>Target:</a:t>
          </a:r>
          <a:r>
            <a:rPr lang="en-US" sz="1800" kern="1200" dirty="0">
              <a:latin typeface="Abadi" panose="020B0604020104020204" pitchFamily="34" charset="0"/>
            </a:rPr>
            <a:t> </a:t>
          </a:r>
        </a:p>
        <a:p>
          <a:pPr marL="0" lvl="0" indent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kern="1200" dirty="0">
              <a:latin typeface="Abadi" panose="020B0604020104020204" pitchFamily="34" charset="0"/>
            </a:rPr>
            <a:t>Days alcohol consumed in past year</a:t>
          </a:r>
        </a:p>
      </dsp:txBody>
      <dsp:txXfrm>
        <a:off x="1415569" y="162832"/>
        <a:ext cx="2395848" cy="1016420"/>
      </dsp:txXfrm>
    </dsp:sp>
    <dsp:sp modelId="{46EF5A8A-BBE8-477A-A729-94BAD991DE40}">
      <dsp:nvSpPr>
        <dsp:cNvPr id="0" name=""/>
        <dsp:cNvSpPr/>
      </dsp:nvSpPr>
      <dsp:spPr>
        <a:xfrm>
          <a:off x="4228877" y="162832"/>
          <a:ext cx="1016420" cy="1016420"/>
        </a:xfrm>
        <a:prstGeom prst="ellipse">
          <a:avLst/>
        </a:prstGeom>
        <a:solidFill>
          <a:schemeClr val="accent2">
            <a:hueOff val="1560506"/>
            <a:satOff val="-1946"/>
            <a:lumOff val="45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713066E4-BE8D-4C8F-90DD-EE3674D53C4D}">
      <dsp:nvSpPr>
        <dsp:cNvPr id="0" name=""/>
        <dsp:cNvSpPr/>
      </dsp:nvSpPr>
      <dsp:spPr>
        <a:xfrm>
          <a:off x="4442325" y="376281"/>
          <a:ext cx="589524" cy="589524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254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7C73695-D9F0-4C88-92FE-3F7992503DEC}">
      <dsp:nvSpPr>
        <dsp:cNvPr id="0" name=""/>
        <dsp:cNvSpPr/>
      </dsp:nvSpPr>
      <dsp:spPr>
        <a:xfrm>
          <a:off x="5463102" y="162832"/>
          <a:ext cx="2395848" cy="101642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b="1" kern="1200" dirty="0">
              <a:latin typeface="Abadi" panose="020B0604020104020204" pitchFamily="34" charset="0"/>
            </a:rPr>
            <a:t>Models:</a:t>
          </a:r>
          <a:r>
            <a:rPr lang="en-US" sz="1800" kern="1200" dirty="0">
              <a:latin typeface="Abadi" panose="020B0604020104020204" pitchFamily="34" charset="0"/>
            </a:rPr>
            <a:t> </a:t>
          </a:r>
        </a:p>
        <a:p>
          <a:pPr marL="0" lvl="0" indent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kern="1200" dirty="0">
              <a:latin typeface="Abadi" panose="020B0604020104020204" pitchFamily="34" charset="0"/>
            </a:rPr>
            <a:t>Decision Tree Regressor, Linear Regression, Random Forest</a:t>
          </a:r>
        </a:p>
      </dsp:txBody>
      <dsp:txXfrm>
        <a:off x="5463102" y="162832"/>
        <a:ext cx="2395848" cy="1016420"/>
      </dsp:txXfrm>
    </dsp:sp>
    <dsp:sp modelId="{05CE7D0D-8429-454D-BBCB-8072611A1069}">
      <dsp:nvSpPr>
        <dsp:cNvPr id="0" name=""/>
        <dsp:cNvSpPr/>
      </dsp:nvSpPr>
      <dsp:spPr>
        <a:xfrm>
          <a:off x="181344" y="1662321"/>
          <a:ext cx="1016420" cy="1016420"/>
        </a:xfrm>
        <a:prstGeom prst="ellipse">
          <a:avLst/>
        </a:prstGeom>
        <a:solidFill>
          <a:schemeClr val="accent2">
            <a:hueOff val="3121013"/>
            <a:satOff val="-3893"/>
            <a:lumOff val="91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705AE74F-F71C-481B-BEC4-AA36CD089802}">
      <dsp:nvSpPr>
        <dsp:cNvPr id="0" name=""/>
        <dsp:cNvSpPr/>
      </dsp:nvSpPr>
      <dsp:spPr>
        <a:xfrm>
          <a:off x="394793" y="1875769"/>
          <a:ext cx="589524" cy="589524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254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485A3C0-51D1-4E01-AAEA-1E12BF53A162}">
      <dsp:nvSpPr>
        <dsp:cNvPr id="0" name=""/>
        <dsp:cNvSpPr/>
      </dsp:nvSpPr>
      <dsp:spPr>
        <a:xfrm>
          <a:off x="1415569" y="1662321"/>
          <a:ext cx="2395848" cy="101642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b="1" kern="1200" dirty="0">
              <a:latin typeface="Abadi" panose="020B0604020104020204" pitchFamily="34" charset="0"/>
            </a:rPr>
            <a:t>Key Predictors:</a:t>
          </a:r>
          <a:r>
            <a:rPr lang="en-US" sz="1800" kern="1200" dirty="0">
              <a:latin typeface="Abadi" panose="020B0604020104020204" pitchFamily="34" charset="0"/>
            </a:rPr>
            <a:t> SCHFELT, IRMJFM</a:t>
          </a:r>
        </a:p>
      </dsp:txBody>
      <dsp:txXfrm>
        <a:off x="1415569" y="1662321"/>
        <a:ext cx="2395848" cy="1016420"/>
      </dsp:txXfrm>
    </dsp:sp>
    <dsp:sp modelId="{47DADBBD-BF31-4A8F-9645-9C5F8AA5BBAC}">
      <dsp:nvSpPr>
        <dsp:cNvPr id="0" name=""/>
        <dsp:cNvSpPr/>
      </dsp:nvSpPr>
      <dsp:spPr>
        <a:xfrm>
          <a:off x="4228877" y="1662321"/>
          <a:ext cx="1016420" cy="1016420"/>
        </a:xfrm>
        <a:prstGeom prst="ellipse">
          <a:avLst/>
        </a:prstGeom>
        <a:solidFill>
          <a:schemeClr val="accent2">
            <a:hueOff val="4681519"/>
            <a:satOff val="-5839"/>
            <a:lumOff val="137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CDE836E0-A715-4CA4-9C0F-7F1C919DF446}">
      <dsp:nvSpPr>
        <dsp:cNvPr id="0" name=""/>
        <dsp:cNvSpPr/>
      </dsp:nvSpPr>
      <dsp:spPr>
        <a:xfrm>
          <a:off x="4442325" y="1875769"/>
          <a:ext cx="589524" cy="589524"/>
        </a:xfrm>
        <a:prstGeom prst="rect">
          <a:avLst/>
        </a:prstGeom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254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122B79E-B3FB-4762-ACFB-8BAABF1E6598}">
      <dsp:nvSpPr>
        <dsp:cNvPr id="0" name=""/>
        <dsp:cNvSpPr/>
      </dsp:nvSpPr>
      <dsp:spPr>
        <a:xfrm>
          <a:off x="5463102" y="1662321"/>
          <a:ext cx="2395848" cy="101642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b="1" kern="1200" dirty="0">
              <a:latin typeface="Abadi" panose="020B0604020104020204" pitchFamily="34" charset="0"/>
            </a:rPr>
            <a:t>Best MSE:</a:t>
          </a:r>
          <a:r>
            <a:rPr lang="en-US" sz="1800" kern="1200" dirty="0">
              <a:latin typeface="Abadi" panose="020B0604020104020204" pitchFamily="34" charset="0"/>
            </a:rPr>
            <a:t> </a:t>
          </a:r>
        </a:p>
        <a:p>
          <a:pPr marL="0" lvl="0" indent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kern="1200" dirty="0">
              <a:latin typeface="Abadi" panose="020B0604020104020204" pitchFamily="34" charset="0"/>
            </a:rPr>
            <a:t>0.0664  </a:t>
          </a:r>
        </a:p>
        <a:p>
          <a:pPr marL="0" lvl="0" indent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kern="1200" dirty="0">
              <a:latin typeface="Abadi" panose="020B0604020104020204" pitchFamily="34" charset="0"/>
            </a:rPr>
            <a:t>R² Score: 0.9780 (Linear Regression)</a:t>
          </a:r>
        </a:p>
      </dsp:txBody>
      <dsp:txXfrm>
        <a:off x="5463102" y="1662321"/>
        <a:ext cx="2395848" cy="1016420"/>
      </dsp:txXfrm>
    </dsp:sp>
  </dsp:spTree>
</dsp:drawing>
</file>

<file path=ppt/diagrams/drawing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9808C108-3EF4-4ED9-A3F8-764EB0C7D961}">
      <dsp:nvSpPr>
        <dsp:cNvPr id="0" name=""/>
        <dsp:cNvSpPr/>
      </dsp:nvSpPr>
      <dsp:spPr>
        <a:xfrm>
          <a:off x="0" y="85477"/>
          <a:ext cx="3621129" cy="1316250"/>
        </a:xfrm>
        <a:prstGeom prst="roundRect">
          <a:avLst/>
        </a:prstGeom>
        <a:solidFill>
          <a:schemeClr val="accent3">
            <a:shade val="80000"/>
            <a:hueOff val="0"/>
            <a:satOff val="0"/>
            <a:lumOff val="0"/>
            <a:alphaOff val="0"/>
          </a:schemeClr>
        </a:solidFill>
        <a:ln>
          <a:noFill/>
        </a:ln>
        <a:effectLst/>
        <a:scene3d>
          <a:camera prst="orthographicFront"/>
          <a:lightRig rig="chilly" dir="t"/>
        </a:scene3d>
        <a:sp3d prstMaterial="translucentPowder">
          <a:bevelT w="127000" h="25400" prst="softRound"/>
        </a:sp3d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5250" tIns="95250" rIns="95250" bIns="95250" numCol="1" spcCol="1270" anchor="ctr" anchorCtr="0">
          <a:noAutofit/>
        </a:bodyPr>
        <a:lstStyle/>
        <a:p>
          <a:pPr marL="0" lvl="0" indent="0" algn="l" defTabSz="1111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500" kern="1200" dirty="0">
              <a:solidFill>
                <a:schemeClr val="tx1">
                  <a:lumMod val="65000"/>
                  <a:lumOff val="35000"/>
                </a:schemeClr>
              </a:solidFill>
              <a:latin typeface="Abadi" panose="020B0604020104020204" pitchFamily="34" charset="0"/>
            </a:rPr>
            <a:t>Friends smoking and marijuana use (peer influence)</a:t>
          </a:r>
        </a:p>
      </dsp:txBody>
      <dsp:txXfrm>
        <a:off x="64254" y="149731"/>
        <a:ext cx="3492621" cy="1187742"/>
      </dsp:txXfrm>
    </dsp:sp>
    <dsp:sp modelId="{EEFDFB44-1155-4A6A-90E7-DD7DB52DFA48}">
      <dsp:nvSpPr>
        <dsp:cNvPr id="0" name=""/>
        <dsp:cNvSpPr/>
      </dsp:nvSpPr>
      <dsp:spPr>
        <a:xfrm>
          <a:off x="0" y="1473727"/>
          <a:ext cx="3621129" cy="1316250"/>
        </a:xfrm>
        <a:prstGeom prst="roundRect">
          <a:avLst/>
        </a:prstGeom>
        <a:solidFill>
          <a:schemeClr val="accent3">
            <a:shade val="80000"/>
            <a:hueOff val="72969"/>
            <a:satOff val="-477"/>
            <a:lumOff val="8185"/>
            <a:alphaOff val="0"/>
          </a:schemeClr>
        </a:solidFill>
        <a:ln>
          <a:noFill/>
        </a:ln>
        <a:effectLst/>
        <a:scene3d>
          <a:camera prst="orthographicFront"/>
          <a:lightRig rig="chilly" dir="t"/>
        </a:scene3d>
        <a:sp3d prstMaterial="translucentPowder">
          <a:bevelT w="127000" h="25400" prst="softRound"/>
        </a:sp3d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5250" tIns="95250" rIns="95250" bIns="95250" numCol="1" spcCol="1270" anchor="ctr" anchorCtr="0">
          <a:noAutofit/>
        </a:bodyPr>
        <a:lstStyle/>
        <a:p>
          <a:pPr marL="0" lvl="0" indent="0" algn="l" defTabSz="1111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500" kern="1200" dirty="0">
              <a:solidFill>
                <a:schemeClr val="tx1">
                  <a:lumMod val="65000"/>
                  <a:lumOff val="35000"/>
                </a:schemeClr>
              </a:solidFill>
              <a:latin typeface="Abadi" panose="020B0604020104020204" pitchFamily="34" charset="0"/>
            </a:rPr>
            <a:t>Parental discussion = protective factor</a:t>
          </a:r>
        </a:p>
      </dsp:txBody>
      <dsp:txXfrm>
        <a:off x="64254" y="1537981"/>
        <a:ext cx="3492621" cy="1187742"/>
      </dsp:txXfrm>
    </dsp:sp>
    <dsp:sp modelId="{DBD43B41-AF5F-4322-9527-BE7444DF9514}">
      <dsp:nvSpPr>
        <dsp:cNvPr id="0" name=""/>
        <dsp:cNvSpPr/>
      </dsp:nvSpPr>
      <dsp:spPr>
        <a:xfrm>
          <a:off x="0" y="2861977"/>
          <a:ext cx="3621129" cy="1316250"/>
        </a:xfrm>
        <a:prstGeom prst="roundRect">
          <a:avLst/>
        </a:prstGeom>
        <a:solidFill>
          <a:schemeClr val="accent3">
            <a:shade val="80000"/>
            <a:hueOff val="145938"/>
            <a:satOff val="-954"/>
            <a:lumOff val="16369"/>
            <a:alphaOff val="0"/>
          </a:schemeClr>
        </a:solidFill>
        <a:ln>
          <a:noFill/>
        </a:ln>
        <a:effectLst/>
        <a:scene3d>
          <a:camera prst="orthographicFront"/>
          <a:lightRig rig="chilly" dir="t"/>
        </a:scene3d>
        <a:sp3d prstMaterial="translucentPowder">
          <a:bevelT w="127000" h="25400" prst="softRound"/>
        </a:sp3d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5250" tIns="95250" rIns="95250" bIns="95250" numCol="1" spcCol="1270" anchor="ctr" anchorCtr="0">
          <a:noAutofit/>
        </a:bodyPr>
        <a:lstStyle/>
        <a:p>
          <a:pPr marL="0" lvl="0" indent="0" algn="l" defTabSz="1111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500" kern="1200" dirty="0">
              <a:solidFill>
                <a:schemeClr val="tx1">
                  <a:lumMod val="65000"/>
                  <a:lumOff val="35000"/>
                </a:schemeClr>
              </a:solidFill>
              <a:latin typeface="Abadi" panose="020B0604020104020204" pitchFamily="34" charset="0"/>
            </a:rPr>
            <a:t>Demographics (gender, race) as informative attributes</a:t>
          </a:r>
        </a:p>
      </dsp:txBody>
      <dsp:txXfrm>
        <a:off x="64254" y="2926231"/>
        <a:ext cx="3492621" cy="1187742"/>
      </dsp:txXfrm>
    </dsp:sp>
    <dsp:sp modelId="{F9D652AB-A7E7-4A2C-94B1-F14713B4AABA}">
      <dsp:nvSpPr>
        <dsp:cNvPr id="0" name=""/>
        <dsp:cNvSpPr/>
      </dsp:nvSpPr>
      <dsp:spPr>
        <a:xfrm>
          <a:off x="0" y="4250227"/>
          <a:ext cx="3621129" cy="1316250"/>
        </a:xfrm>
        <a:prstGeom prst="roundRect">
          <a:avLst/>
        </a:prstGeom>
        <a:solidFill>
          <a:schemeClr val="accent3">
            <a:shade val="80000"/>
            <a:hueOff val="218907"/>
            <a:satOff val="-1431"/>
            <a:lumOff val="24554"/>
            <a:alphaOff val="0"/>
          </a:schemeClr>
        </a:solidFill>
        <a:ln>
          <a:noFill/>
        </a:ln>
        <a:effectLst/>
        <a:scene3d>
          <a:camera prst="orthographicFront"/>
          <a:lightRig rig="chilly" dir="t"/>
        </a:scene3d>
        <a:sp3d prstMaterial="translucentPowder">
          <a:bevelT w="127000" h="25400" prst="softRound"/>
        </a:sp3d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5250" tIns="95250" rIns="95250" bIns="95250" numCol="1" spcCol="1270" anchor="ctr" anchorCtr="0">
          <a:noAutofit/>
        </a:bodyPr>
        <a:lstStyle/>
        <a:p>
          <a:pPr marL="0" lvl="0" indent="0" algn="l" defTabSz="1111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500" kern="1200" dirty="0">
              <a:solidFill>
                <a:schemeClr val="tx1">
                  <a:lumMod val="65000"/>
                  <a:lumOff val="35000"/>
                </a:schemeClr>
              </a:solidFill>
              <a:latin typeface="Abadi" panose="020B0604020104020204" pitchFamily="34" charset="0"/>
            </a:rPr>
            <a:t>School attendance linked to lower risk</a:t>
          </a:r>
        </a:p>
      </dsp:txBody>
      <dsp:txXfrm>
        <a:off x="64254" y="4314481"/>
        <a:ext cx="3492621" cy="1187742"/>
      </dsp:txXfrm>
    </dsp:sp>
  </dsp:spTree>
</dsp:drawing>
</file>

<file path=ppt/diagrams/drawing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6280E5D9-221B-4169-A4D7-C8FA71B318A0}">
      <dsp:nvSpPr>
        <dsp:cNvPr id="0" name=""/>
        <dsp:cNvSpPr/>
      </dsp:nvSpPr>
      <dsp:spPr>
        <a:xfrm>
          <a:off x="0" y="0"/>
          <a:ext cx="7898230" cy="0"/>
        </a:xfrm>
        <a:prstGeom prst="line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>
          <a:noFill/>
        </a:ln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contrasting" dir="t">
            <a:rot lat="0" lon="0" rev="1200000"/>
          </a:lightRig>
        </a:scene3d>
        <a:sp3d contourW="19050" prstMaterial="metal">
          <a:bevelT w="88900" h="203200"/>
          <a:bevelB w="165100" h="254000"/>
        </a:sp3d>
      </dsp:spPr>
      <dsp:style>
        <a:lnRef idx="0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>
          <a:schemeClr val="lt1"/>
        </a:fontRef>
      </dsp:style>
    </dsp:sp>
    <dsp:sp modelId="{9E6B514F-A11C-4BE2-B2AA-70D484ECC02B}">
      <dsp:nvSpPr>
        <dsp:cNvPr id="0" name=""/>
        <dsp:cNvSpPr/>
      </dsp:nvSpPr>
      <dsp:spPr>
        <a:xfrm>
          <a:off x="0" y="0"/>
          <a:ext cx="7898230" cy="697061"/>
        </a:xfrm>
        <a:prstGeom prst="rect">
          <a:avLst/>
        </a:prstGeom>
        <a:noFill/>
        <a:ln w="9525" cap="flat" cmpd="sng" algn="ctr">
          <a:solidFill>
            <a:schemeClr val="dk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6200" tIns="76200" rIns="76200" bIns="76200" numCol="1" spcCol="1270" anchor="t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kern="1200" dirty="0">
              <a:latin typeface="Abadi" panose="020B0604020104020204" pitchFamily="34" charset="0"/>
            </a:rPr>
            <a:t>Avoid misinterpretation of demographic correlations.</a:t>
          </a:r>
        </a:p>
      </dsp:txBody>
      <dsp:txXfrm>
        <a:off x="0" y="0"/>
        <a:ext cx="7898230" cy="697061"/>
      </dsp:txXfrm>
    </dsp:sp>
    <dsp:sp modelId="{35F8BB3E-73C9-4058-BA97-FED5D2DD6B76}">
      <dsp:nvSpPr>
        <dsp:cNvPr id="0" name=""/>
        <dsp:cNvSpPr/>
      </dsp:nvSpPr>
      <dsp:spPr>
        <a:xfrm>
          <a:off x="0" y="697061"/>
          <a:ext cx="7898230" cy="0"/>
        </a:xfrm>
        <a:prstGeom prst="line">
          <a:avLst/>
        </a:prstGeom>
        <a:solidFill>
          <a:schemeClr val="accent5">
            <a:hueOff val="-3311292"/>
            <a:satOff val="13270"/>
            <a:lumOff val="2876"/>
            <a:alphaOff val="0"/>
          </a:schemeClr>
        </a:solidFill>
        <a:ln>
          <a:noFill/>
        </a:ln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contrasting" dir="t">
            <a:rot lat="0" lon="0" rev="1200000"/>
          </a:lightRig>
        </a:scene3d>
        <a:sp3d contourW="19050" prstMaterial="metal">
          <a:bevelT w="88900" h="203200"/>
          <a:bevelB w="165100" h="254000"/>
        </a:sp3d>
      </dsp:spPr>
      <dsp:style>
        <a:lnRef idx="0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>
          <a:schemeClr val="lt1"/>
        </a:fontRef>
      </dsp:style>
    </dsp:sp>
    <dsp:sp modelId="{8EAB5385-9605-4841-A2BC-5AFBF7ACE5B4}">
      <dsp:nvSpPr>
        <dsp:cNvPr id="0" name=""/>
        <dsp:cNvSpPr/>
      </dsp:nvSpPr>
      <dsp:spPr>
        <a:xfrm>
          <a:off x="0" y="697061"/>
          <a:ext cx="7898230" cy="697061"/>
        </a:xfrm>
        <a:prstGeom prst="rect">
          <a:avLst/>
        </a:prstGeom>
        <a:noFill/>
        <a:ln w="9525" cap="flat" cmpd="sng" algn="ctr">
          <a:solidFill>
            <a:schemeClr val="dk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6200" tIns="76200" rIns="76200" bIns="76200" numCol="1" spcCol="1270" anchor="t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kern="1200" dirty="0">
              <a:latin typeface="Abadi" panose="020B0604020104020204" pitchFamily="34" charset="0"/>
            </a:rPr>
            <a:t>Model should be used for awareness and not profiling.</a:t>
          </a:r>
        </a:p>
      </dsp:txBody>
      <dsp:txXfrm>
        <a:off x="0" y="697061"/>
        <a:ext cx="7898230" cy="697061"/>
      </dsp:txXfrm>
    </dsp:sp>
    <dsp:sp modelId="{5238C0F2-999C-427B-9D3C-9B99B030406B}">
      <dsp:nvSpPr>
        <dsp:cNvPr id="0" name=""/>
        <dsp:cNvSpPr/>
      </dsp:nvSpPr>
      <dsp:spPr>
        <a:xfrm>
          <a:off x="0" y="1394123"/>
          <a:ext cx="7898230" cy="0"/>
        </a:xfrm>
        <a:prstGeom prst="line">
          <a:avLst/>
        </a:prstGeom>
        <a:solidFill>
          <a:schemeClr val="accent5">
            <a:hueOff val="-6622584"/>
            <a:satOff val="26541"/>
            <a:lumOff val="5752"/>
            <a:alphaOff val="0"/>
          </a:schemeClr>
        </a:solidFill>
        <a:ln>
          <a:noFill/>
        </a:ln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contrasting" dir="t">
            <a:rot lat="0" lon="0" rev="1200000"/>
          </a:lightRig>
        </a:scene3d>
        <a:sp3d contourW="19050" prstMaterial="metal">
          <a:bevelT w="88900" h="203200"/>
          <a:bevelB w="165100" h="254000"/>
        </a:sp3d>
      </dsp:spPr>
      <dsp:style>
        <a:lnRef idx="0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>
          <a:schemeClr val="lt1"/>
        </a:fontRef>
      </dsp:style>
    </dsp:sp>
    <dsp:sp modelId="{FD5AC0AA-E910-4705-AC83-5CF9F3BE794F}">
      <dsp:nvSpPr>
        <dsp:cNvPr id="0" name=""/>
        <dsp:cNvSpPr/>
      </dsp:nvSpPr>
      <dsp:spPr>
        <a:xfrm>
          <a:off x="0" y="1394123"/>
          <a:ext cx="7898230" cy="697061"/>
        </a:xfrm>
        <a:prstGeom prst="rect">
          <a:avLst/>
        </a:prstGeom>
        <a:noFill/>
        <a:ln w="9525" cap="flat" cmpd="sng" algn="ctr">
          <a:solidFill>
            <a:schemeClr val="dk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6200" tIns="76200" rIns="76200" bIns="76200" numCol="1" spcCol="1270" anchor="t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kern="1200" dirty="0">
              <a:latin typeface="Abadi" panose="020B0604020104020204" pitchFamily="34" charset="0"/>
            </a:rPr>
            <a:t>Should also support/inspire education and open dialogue with youth.</a:t>
          </a:r>
        </a:p>
      </dsp:txBody>
      <dsp:txXfrm>
        <a:off x="0" y="1394123"/>
        <a:ext cx="7898230" cy="697061"/>
      </dsp:txXfrm>
    </dsp:sp>
    <dsp:sp modelId="{345A65AE-3AA4-4CBD-AAAD-56623070445C}">
      <dsp:nvSpPr>
        <dsp:cNvPr id="0" name=""/>
        <dsp:cNvSpPr/>
      </dsp:nvSpPr>
      <dsp:spPr>
        <a:xfrm>
          <a:off x="0" y="2091185"/>
          <a:ext cx="7898230" cy="0"/>
        </a:xfrm>
        <a:prstGeom prst="line">
          <a:avLst/>
        </a:prstGeom>
        <a:solidFill>
          <a:schemeClr val="accent5">
            <a:hueOff val="-9933876"/>
            <a:satOff val="39811"/>
            <a:lumOff val="8628"/>
            <a:alphaOff val="0"/>
          </a:schemeClr>
        </a:solidFill>
        <a:ln>
          <a:noFill/>
        </a:ln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contrasting" dir="t">
            <a:rot lat="0" lon="0" rev="1200000"/>
          </a:lightRig>
        </a:scene3d>
        <a:sp3d contourW="19050" prstMaterial="metal">
          <a:bevelT w="88900" h="203200"/>
          <a:bevelB w="165100" h="254000"/>
        </a:sp3d>
      </dsp:spPr>
      <dsp:style>
        <a:lnRef idx="0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>
          <a:schemeClr val="lt1"/>
        </a:fontRef>
      </dsp:style>
    </dsp:sp>
    <dsp:sp modelId="{25164965-6B78-402A-BBD2-4ADC7D3AE50A}">
      <dsp:nvSpPr>
        <dsp:cNvPr id="0" name=""/>
        <dsp:cNvSpPr/>
      </dsp:nvSpPr>
      <dsp:spPr>
        <a:xfrm>
          <a:off x="0" y="2091185"/>
          <a:ext cx="7898230" cy="697061"/>
        </a:xfrm>
        <a:prstGeom prst="rect">
          <a:avLst/>
        </a:prstGeom>
        <a:noFill/>
        <a:ln w="9525" cap="flat" cmpd="sng" algn="ctr">
          <a:solidFill>
            <a:schemeClr val="dk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6200" tIns="76200" rIns="76200" bIns="76200" numCol="1" spcCol="1270" anchor="t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kern="1200" dirty="0">
              <a:latin typeface="Abadi" panose="020B0604020104020204" pitchFamily="34" charset="0"/>
            </a:rPr>
            <a:t>Always maintain privacy and data protection compliance.</a:t>
          </a:r>
        </a:p>
      </dsp:txBody>
      <dsp:txXfrm>
        <a:off x="0" y="2091185"/>
        <a:ext cx="7898230" cy="697061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2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3.xml><?xml version="1.0" encoding="utf-8"?>
<dgm:layoutDef xmlns:dgm="http://schemas.openxmlformats.org/drawingml/2006/diagram" xmlns:a="http://schemas.openxmlformats.org/drawingml/2006/main" uniqueId="urn:microsoft.com/office/officeart/2018/2/layout/IconCircleList">
  <dgm:title val="Icon Circle List"/>
  <dgm:desc val="Use to show non-sequential or grouped chunks of information accompanied by related visuals. Circular shapes can hold an icon or small picture and corresponding text box shows Level 1 text. Works best for icons or small pictures with medium-length descriptions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alg type="sp"/>
    <dgm:shape xmlns:r="http://schemas.openxmlformats.org/officeDocument/2006/relationships" r:blip="">
      <dgm:adjLst/>
    </dgm:shape>
    <dgm:presOf/>
    <dgm:choose name="Name0">
      <dgm:if name="Name1" axis="ch" ptType="node" func="cnt" op="lte" val="3">
        <dgm:constrLst>
          <dgm:constr type="w" for="ch" forName="container" refType="w"/>
          <dgm:constr type="h" for="ch" forName="container" refType="h" fact="0.4"/>
        </dgm:constrLst>
      </dgm:if>
      <dgm:else name="Name2">
        <dgm:constrLst>
          <dgm:constr type="w" for="ch" forName="container" refType="w"/>
          <dgm:constr type="h" for="ch" forName="container" refType="h"/>
        </dgm:constrLst>
      </dgm:else>
    </dgm:choose>
    <dgm:ruleLst>
      <dgm:rule type="h" for="ch" forName="container" val="INF" fact="NaN" max="NaN"/>
    </dgm:ruleLst>
    <dgm:layoutNode name="container">
      <dgm:varLst>
        <dgm:dir/>
        <dgm:resizeHandles val="exact"/>
      </dgm:varLst>
      <dgm:choose name="Name3">
        <dgm:if name="Name4" axis="self" func="var" arg="dir" op="equ" val="norm">
          <dgm:alg type="snake">
            <dgm:param type="grDir" val="tL"/>
            <dgm:param type="flowDir" val="row"/>
            <dgm:param type="contDir" val="sameDir"/>
          </dgm:alg>
        </dgm:if>
        <dgm:else name="Name5">
          <dgm:alg type="snake">
            <dgm:param type="grDir" val="tR"/>
            <dgm:param type="flowDir" val="row"/>
            <dgm:param type="contDir" val="sameDir"/>
          </dgm:alg>
        </dgm:else>
      </dgm:choose>
      <dgm:shape xmlns:r="http://schemas.openxmlformats.org/officeDocument/2006/relationships" r:blip="">
        <dgm:adjLst/>
      </dgm:shape>
      <dgm:presOf/>
      <dgm:constrLst>
        <dgm:constr type="w" for="ch" forName="compNode" refType="w"/>
        <dgm:constr type="h" for="ch" forName="compNode" refType="w" fact="0.28"/>
        <dgm:constr type="w" for="ch" forName="sibTrans" refType="w" refFor="ch" refForName="compNode" fact="0.115"/>
        <dgm:constr type="sp" refType="h" op="equ" fact="0.17"/>
        <dgm:constr type="primFontSz" for="des" ptType="node" op="equ" val="24"/>
        <dgm:constr type="h" for="des" forName="compNode" op="equ"/>
        <dgm:constr type="h" for="des" forName="iconBgRect" op="equ"/>
      </dgm:constrLst>
      <dgm:ruleLst>
        <dgm:rule type="w" for="ch" forName="compNode" val="60" fact="NaN" max="NaN"/>
      </dgm:ruleLst>
      <dgm:forEach name="Name6" axis="ch" ptType="node">
        <dgm:layoutNode name="compNode">
          <dgm:alg type="composite"/>
          <dgm:shape xmlns:r="http://schemas.openxmlformats.org/officeDocument/2006/relationships" r:blip="">
            <dgm:adjLst/>
          </dgm:shape>
          <dgm:presOf axis="self"/>
          <dgm:constrLst>
            <dgm:constr type="w" for="ch" forName="iconBgRect" refType="w" fact="0.28"/>
            <dgm:constr type="h" for="ch" forName="iconBgRect" refType="w" refFor="ch" refForName="iconBgRect"/>
            <dgm:constr type="t" for="ch" forName="iconBgRect"/>
            <dgm:constr type="l" for="ch" forName="iconBgRect"/>
            <dgm:constr type="w" for="ch" forName="iconRect" refType="w" refFor="ch" refForName="iconBgRect" fact="0.58"/>
            <dgm:constr type="h" for="ch" forName="iconRect" refType="w" refFor="ch" refForName="iconRect"/>
            <dgm:constr type="ctrX" for="ch" forName="iconRect" refType="ctrX" refFor="ch" refForName="iconBgRect"/>
            <dgm:constr type="ctrY" for="ch" forName="iconRect" refType="ctrY" refFor="ch" refForName="iconBgRect"/>
            <dgm:constr type="w" for="ch" forName="spaceRect" refType="w" fact="0.06"/>
            <dgm:constr type="h" for="ch" forName="spaceRect" refType="h" refFor="ch" refForName="iconBgRect"/>
            <dgm:constr type="t" for="ch" forName="spaceRect" refType="t" refFor="ch" refForName="iconBgRect"/>
            <dgm:constr type="l" for="ch" forName="spaceRect" refType="r" refFor="ch" refForName="iconBgRect"/>
            <dgm:constr type="h" for="ch" forName="textRect" refType="h" refFor="ch" refForName="iconBgRect"/>
            <dgm:constr type="t" for="ch" forName="textRect" refType="t" refFor="ch" refForName="iconBgRect"/>
            <dgm:constr type="l" for="ch" forName="textRect" refType="r" refFor="ch" refForName="spaceRect"/>
          </dgm:constrLst>
          <dgm:ruleLst/>
          <dgm:layoutNode name="iconBgRect" styleLbl="bgShp">
            <dgm:alg type="sp"/>
            <dgm:shape xmlns:r="http://schemas.openxmlformats.org/officeDocument/2006/relationships" type="ellipse" r:blip="">
              <dgm:adjLst/>
            </dgm:shape>
            <dgm:presOf/>
            <dgm:constrLst/>
            <dgm:ruleLst/>
          </dgm:layoutNode>
          <dgm:layoutNode name="iconRect" styleLbl="node1">
            <dgm:alg type="sp"/>
            <dgm:shape xmlns:r="http://schemas.openxmlformats.org/officeDocument/2006/relationships" type="rect" r:blip="" blipPhldr="1">
              <dgm:adjLst/>
            </dgm:shape>
            <dgm:presOf/>
            <dgm:constrLst/>
            <dgm:ruleLst/>
          </dgm:layoutNode>
          <dgm:layoutNode name="spaceRect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  <dgm:layoutNode name="textRect" styleLbl="revTx">
            <dgm:varLst>
              <dgm:chMax val="1"/>
              <dgm:chPref val="1"/>
            </dgm:varLst>
            <dgm:choose name="Name7">
              <dgm:if name="Name8" func="var" arg="dir" op="equ" val="norm">
                <dgm:alg type="tx">
                  <dgm:param type="txAnchorVert" val="mid"/>
                  <dgm:param type="parTxLTRAlign" val="l"/>
                  <dgm:param type="shpTxLTRAlignCh" val="l"/>
                  <dgm:param type="parTxRTLAlign" val="l"/>
                  <dgm:param type="shpTxRTLAlignCh" val="l"/>
                </dgm:alg>
              </dgm:if>
              <dgm:else name="Name9">
                <dgm:alg type="tx">
                  <dgm:param type="txAnchorVert" val="mid"/>
                  <dgm:param type="parTxLTRAlign" val="r"/>
                  <dgm:param type="shpTxLTRAlignCh" val="r"/>
                  <dgm:param type="parTxRTLAlign" val="r"/>
                  <dgm:param type="shpTxRTLAlignCh" val="r"/>
                </dgm:alg>
              </dgm:else>
            </dgm:choose>
            <dgm:shape xmlns:r="http://schemas.openxmlformats.org/officeDocument/2006/relationships" type="rect" r:blip="">
              <dgm:adjLst/>
            </dgm:shape>
            <dgm:presOf axis="self" ptType="node"/>
            <dgm:constrLst>
              <dgm:constr type="lMarg"/>
              <dgm:constr type="rMarg"/>
              <dgm:constr type="tMarg"/>
              <dgm:constr type="bMarg"/>
            </dgm:constrLst>
            <dgm:ruleLst>
              <dgm:rule type="primFontSz" val="11" fact="NaN" max="NaN"/>
            </dgm:ruleLst>
          </dgm:layoutNode>
        </dgm:layoutNode>
        <dgm:forEach name="Name10" axis="followSib" ptType="sibTrans" cnt="1">
          <dgm:layoutNode name="sibTrans">
            <dgm:alg type="sp"/>
            <dgm:shape xmlns:r="http://schemas.openxmlformats.org/officeDocument/2006/relationships" type="rect" r:blip="" hideGeom="1">
              <dgm:adjLst/>
            </dgm:shape>
            <dgm:presOf axis="self"/>
            <dgm:constrLst/>
            <dgm:ruleLst/>
          </dgm:layoutNode>
        </dgm:forEach>
      </dgm:forEach>
    </dgm:layoutNode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</a:lvl1pPr>
      </dgm1612:lstStyle>
    </a:ext>
  </dgm:extLst>
</dgm:layoutDef>
</file>

<file path=ppt/diagrams/layout4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5.xml><?xml version="1.0" encoding="utf-8"?>
<dgm:layoutDef xmlns:dgm="http://schemas.openxmlformats.org/drawingml/2006/diagram" xmlns:a="http://schemas.openxmlformats.org/drawingml/2006/main" uniqueId="urn:microsoft.com/office/officeart/2008/layout/LinedList">
  <dgm:title val=""/>
  <dgm:desc val=""/>
  <dgm:catLst>
    <dgm:cat type="hierarchy" pri="8000"/>
    <dgm:cat type="list" pri="25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13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  <dgm:cxn modelId="5" srcId="1" destId="13" srcOrd="2" destOrd="0"/>
      </dgm:cxnLst>
      <dgm:bg/>
      <dgm:whole/>
    </dgm:dataModel>
  </dgm:sampData>
  <dgm:style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</dgm:cxnLst>
      <dgm:bg/>
      <dgm:whole/>
    </dgm:dataModel>
  </dgm:styleData>
  <dgm:clr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</dgm:cxnLst>
      <dgm:bg/>
      <dgm:whole/>
    </dgm:dataModel>
  </dgm:clrData>
  <dgm:layoutNode name="vert0">
    <dgm:varLst>
      <dgm:dir/>
      <dgm:animOne val="branch"/>
      <dgm:animLvl val="lvl"/>
    </dgm:varLst>
    <dgm:choose name="Name0">
      <dgm:if name="Name1" func="var" arg="dir" op="equ" val="norm">
        <dgm:alg type="lin">
          <dgm:param type="linDir" val="fromT"/>
          <dgm:param type="nodeHorzAlign" val="l"/>
        </dgm:alg>
      </dgm:if>
      <dgm:else name="Name2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horz1" refType="w"/>
      <dgm:constr type="h" for="ch" forName="horz1" refType="h"/>
      <dgm:constr type="h" for="des" forName="vert1" refType="h"/>
      <dgm:constr type="h" for="des" forName="tx1" refType="h"/>
      <dgm:constr type="h" for="des" forName="horz2" refType="h"/>
      <dgm:constr type="h" for="des" forName="vert2" refType="h"/>
      <dgm:constr type="h" for="des" forName="horz3" refType="h"/>
      <dgm:constr type="h" for="des" forName="vert3" refType="h"/>
      <dgm:constr type="h" for="des" forName="horz4" refType="h"/>
      <dgm:constr type="h" for="des" ptType="node" refType="h"/>
      <dgm:constr type="primFontSz" for="des" forName="tx1" op="equ" val="65"/>
      <dgm:constr type="primFontSz" for="des" forName="tx2" op="equ" val="65"/>
      <dgm:constr type="primFontSz" for="des" forName="tx3" op="equ" val="65"/>
      <dgm:constr type="primFontSz" for="des" forName="tx4" op="equ" val="65"/>
      <dgm:constr type="w" for="des" forName="thickLine" refType="w"/>
      <dgm:constr type="h" for="des" forName="thickLine"/>
      <dgm:constr type="h" for="des" forName="thinLine1"/>
      <dgm:constr type="h" for="des" forName="thinLine2b"/>
      <dgm:constr type="h" for="des" forName="thinLine3"/>
      <dgm:constr type="h" for="des" forName="vertSpace2a" refType="h" fact="0.05"/>
      <dgm:constr type="h" for="des" forName="vertSpace2b" refType="h" refFor="des" refForName="vertSpace2a"/>
    </dgm:constrLst>
    <dgm:forEach name="Name3" axis="ch" ptType="node">
      <dgm:layoutNode name="thickLine" styleLbl="alignNode1">
        <dgm:alg type="sp"/>
        <dgm:shape xmlns:r="http://schemas.openxmlformats.org/officeDocument/2006/relationships" type="line" r:blip="">
          <dgm:adjLst/>
        </dgm:shape>
        <dgm:presOf/>
      </dgm:layoutNode>
      <dgm:layoutNode name="horz1">
        <dgm:choose name="Name4">
          <dgm:if name="Name5" func="var" arg="dir" op="equ" val="norm">
            <dgm:alg type="lin">
              <dgm:param type="linDir" val="fromL"/>
              <dgm:param type="nodeVertAlign" val="t"/>
            </dgm:alg>
          </dgm:if>
          <dgm:else name="Name6">
            <dgm:alg type="lin">
              <dgm:param type="linDir" val="fromR"/>
              <dgm:param type="nodeVertAlign" val="t"/>
            </dgm:alg>
          </dgm:else>
        </dgm:choose>
        <dgm:shape xmlns:r="http://schemas.openxmlformats.org/officeDocument/2006/relationships" r:blip="">
          <dgm:adjLst/>
        </dgm:shape>
        <dgm:presOf/>
        <dgm:choose name="Name7">
          <dgm:if name="Name8" axis="root des" func="maxDepth" op="equ" val="1">
            <dgm:constrLst>
              <dgm:constr type="w" for="ch" forName="tx1" refType="w"/>
            </dgm:constrLst>
          </dgm:if>
          <dgm:if name="Name9" axis="root des" func="maxDepth" op="equ" val="2">
            <dgm:constrLst>
              <dgm:constr type="w" for="ch" forName="tx1" refType="w" fact="0.2"/>
              <dgm:constr type="w" for="des" forName="tx2" refType="w" fact="0.785"/>
              <dgm:constr type="w" for="des" forName="horzSpace2" refType="w" fact="0.015"/>
              <dgm:constr type="w" for="des" forName="thinLine2b" refType="w" fact="0.8"/>
            </dgm:constrLst>
          </dgm:if>
          <dgm:if name="Name10" axis="root des" func="maxDepth" op="equ" val="3">
            <dgm:constrLst>
              <dgm:constr type="w" for="ch" forName="tx1" refType="w" fact="0.2"/>
              <dgm:constr type="w" for="des" forName="tx2" refType="w" fact="0.385"/>
              <dgm:constr type="w" for="des" forName="tx3" refType="w" fact="0.385"/>
              <dgm:constr type="w" for="des" forName="horzSpace2" refType="w" fact="0.015"/>
              <dgm:constr type="w" for="des" forName="horzSpace3" refType="w" fact="0.015"/>
              <dgm:constr type="w" for="des" forName="thinLine2b" refType="w" fact="0.8"/>
              <dgm:constr type="w" for="des" forName="thinLine3" refType="w" fact="0.385"/>
            </dgm:constrLst>
          </dgm:if>
          <dgm:if name="Name11" axis="root des" func="maxDepth" op="gte" val="4">
            <dgm:constrLst>
              <dgm:constr type="w" for="ch" forName="tx1" refType="w" fact="0.2"/>
              <dgm:constr type="w" for="des" forName="tx2" refType="w" fact="0.2516"/>
              <dgm:constr type="w" for="des" forName="tx3" refType="w" fact="0.2516"/>
              <dgm:constr type="w" for="des" forName="tx4" refType="w" fact="0.2516"/>
              <dgm:constr type="w" for="des" forName="horzSpace2" refType="w" fact="0.015"/>
              <dgm:constr type="w" for="des" forName="horzSpace3" refType="w" fact="0.015"/>
              <dgm:constr type="w" for="des" forName="horzSpace4" refType="w" fact="0.015"/>
              <dgm:constr type="w" for="des" forName="thinLine2b" refType="w" fact="0.8"/>
              <dgm:constr type="w" for="des" forName="thinLine3" refType="w" fact="0.5332"/>
            </dgm:constrLst>
          </dgm:if>
          <dgm:else name="Name12"/>
        </dgm:choose>
        <dgm:layoutNode name="tx1" styleLbl="revTx">
          <dgm:alg type="tx">
            <dgm:param type="parTxLTRAlign" val="l"/>
            <dgm:param type="parTxRTLAlign" val="r"/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/>
          <dgm:constrLst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  <dgm:layoutNode name="vert1">
          <dgm:choose name="Name13">
            <dgm:if name="Name14" func="var" arg="dir" op="equ" val="norm">
              <dgm:alg type="lin">
                <dgm:param type="linDir" val="fromT"/>
                <dgm:param type="nodeHorzAlign" val="l"/>
              </dgm:alg>
            </dgm:if>
            <dgm:else name="Name15">
              <dgm:alg type="lin">
                <dgm:param type="linDir" val="fromT"/>
                <dgm:param type="nodeHorzAlign" val="r"/>
              </dgm:alg>
            </dgm:else>
          </dgm:choose>
          <dgm:shape xmlns:r="http://schemas.openxmlformats.org/officeDocument/2006/relationships" r:blip="">
            <dgm:adjLst/>
          </dgm:shape>
          <dgm:presOf/>
          <dgm:forEach name="Name16" axis="ch" ptType="node">
            <dgm:choose name="Name17">
              <dgm:if name="Name18" axis="self" ptType="node" func="pos" op="equ" val="1">
                <dgm:layoutNode name="vertSpace2a">
                  <dgm:alg type="sp"/>
                  <dgm:shape xmlns:r="http://schemas.openxmlformats.org/officeDocument/2006/relationships" r:blip="">
                    <dgm:adjLst/>
                  </dgm:shape>
                  <dgm:presOf/>
                </dgm:layoutNode>
              </dgm:if>
              <dgm:else name="Name19"/>
            </dgm:choose>
            <dgm:layoutNode name="horz2">
              <dgm:choose name="Name20">
                <dgm:if name="Name21" func="var" arg="dir" op="equ" val="norm">
                  <dgm:alg type="lin">
                    <dgm:param type="linDir" val="fromL"/>
                    <dgm:param type="nodeVertAlign" val="t"/>
                  </dgm:alg>
                </dgm:if>
                <dgm:else name="Name22">
                  <dgm:alg type="lin">
                    <dgm:param type="linDir" val="fromR"/>
                    <dgm:param type="nodeVertAlign" val="t"/>
                  </dgm:alg>
                </dgm:else>
              </dgm:choose>
              <dgm:shape xmlns:r="http://schemas.openxmlformats.org/officeDocument/2006/relationships" r:blip="">
                <dgm:adjLst/>
              </dgm:shape>
              <dgm:presOf/>
              <dgm:layoutNode name="horzSpace2">
                <dgm:alg type="sp"/>
                <dgm:shape xmlns:r="http://schemas.openxmlformats.org/officeDocument/2006/relationships" r:blip="">
                  <dgm:adjLst/>
                </dgm:shape>
                <dgm:presOf/>
              </dgm:layoutNode>
              <dgm:layoutNode name="tx2" styleLbl="revTx">
                <dgm:alg type="tx">
                  <dgm:param type="parTxLTRAlign" val="l"/>
                  <dgm:param type="parTxRTLAlign" val="r"/>
                  <dgm:param type="txAnchorVert" val="t"/>
                </dgm:alg>
                <dgm:shape xmlns:r="http://schemas.openxmlformats.org/officeDocument/2006/relationships" type="rect" r:blip="">
                  <dgm:adjLst/>
                </dgm:shape>
                <dgm:presOf axis="self"/>
                <dgm:constrLst>
                  <dgm:constr type="tMarg" refType="primFontSz" fact="0.3"/>
                  <dgm:constr type="bMarg" refType="primFontSz" fact="0.3"/>
                  <dgm:constr type="lMarg" refType="primFontSz" fact="0.3"/>
                  <dgm:constr type="rMarg" refType="primFontSz" fact="0.3"/>
                </dgm:constrLst>
                <dgm:ruleLst>
                  <dgm:rule type="primFontSz" val="5" fact="NaN" max="NaN"/>
                </dgm:ruleLst>
              </dgm:layoutNode>
              <dgm:layoutNode name="vert2">
                <dgm:choose name="Name23">
                  <dgm:if name="Name24" func="var" arg="dir" op="equ" val="norm">
                    <dgm:alg type="lin">
                      <dgm:param type="linDir" val="fromT"/>
                      <dgm:param type="nodeHorzAlign" val="l"/>
                    </dgm:alg>
                  </dgm:if>
                  <dgm:else name="Name25">
                    <dgm:alg type="lin">
                      <dgm:param type="linDir" val="fromT"/>
                      <dgm:param type="nodeHorzAlign" val="r"/>
                    </dgm:alg>
                  </dgm:else>
                </dgm:choose>
                <dgm:shape xmlns:r="http://schemas.openxmlformats.org/officeDocument/2006/relationships" r:blip="">
                  <dgm:adjLst/>
                </dgm:shape>
                <dgm:presOf/>
                <dgm:forEach name="Name26" axis="ch" ptType="node">
                  <dgm:layoutNode name="horz3">
                    <dgm:choose name="Name27">
                      <dgm:if name="Name28" func="var" arg="dir" op="equ" val="norm">
                        <dgm:alg type="lin">
                          <dgm:param type="linDir" val="fromL"/>
                          <dgm:param type="nodeVertAlign" val="t"/>
                        </dgm:alg>
                      </dgm:if>
                      <dgm:else name="Name29">
                        <dgm:alg type="lin">
                          <dgm:param type="linDir" val="fromR"/>
                          <dgm:param type="nodeVertAlign" val="t"/>
                        </dgm:alg>
                      </dgm:else>
                    </dgm:choose>
                    <dgm:shape xmlns:r="http://schemas.openxmlformats.org/officeDocument/2006/relationships" r:blip="">
                      <dgm:adjLst/>
                    </dgm:shape>
                    <dgm:presOf/>
                    <dgm:layoutNode name="horzSpace3">
                      <dgm:alg type="sp"/>
                      <dgm:shape xmlns:r="http://schemas.openxmlformats.org/officeDocument/2006/relationships" r:blip="">
                        <dgm:adjLst/>
                      </dgm:shape>
                      <dgm:presOf/>
                    </dgm:layoutNode>
                    <dgm:layoutNode name="tx3" styleLbl="revTx">
                      <dgm:alg type="tx">
                        <dgm:param type="parTxLTRAlign" val="l"/>
                        <dgm:param type="parTxRTLAlign" val="r"/>
                        <dgm:param type="txAnchorVert" val="t"/>
                      </dgm:alg>
                      <dgm:shape xmlns:r="http://schemas.openxmlformats.org/officeDocument/2006/relationships" type="rect" r:blip="">
                        <dgm:adjLst/>
                      </dgm:shape>
                      <dgm:presOf axis="self"/>
                      <dgm:constrLst>
                        <dgm:constr type="tMarg" refType="primFontSz" fact="0.3"/>
                        <dgm:constr type="bMarg" refType="primFontSz" fact="0.3"/>
                        <dgm:constr type="lMarg" refType="primFontSz" fact="0.3"/>
                        <dgm:constr type="rMarg" refType="primFontSz" fact="0.3"/>
                      </dgm:constrLst>
                      <dgm:ruleLst>
                        <dgm:rule type="primFontSz" val="5" fact="NaN" max="NaN"/>
                      </dgm:ruleLst>
                    </dgm:layoutNode>
                    <dgm:layoutNode name="vert3">
                      <dgm:choose name="Name30">
                        <dgm:if name="Name31" func="var" arg="dir" op="equ" val="norm">
                          <dgm:alg type="lin">
                            <dgm:param type="linDir" val="fromT"/>
                            <dgm:param type="nodeHorzAlign" val="l"/>
                          </dgm:alg>
                        </dgm:if>
                        <dgm:else name="Name32">
                          <dgm:alg type="lin">
                            <dgm:param type="linDir" val="fromT"/>
                            <dgm:param type="nodeHorzAlign" val="r"/>
                          </dgm:alg>
                        </dgm:else>
                      </dgm:choose>
                      <dgm:shape xmlns:r="http://schemas.openxmlformats.org/officeDocument/2006/relationships" r:blip="">
                        <dgm:adjLst/>
                      </dgm:shape>
                      <dgm:presOf/>
                      <dgm:forEach name="Name33" axis="ch" ptType="node">
                        <dgm:layoutNode name="horz4">
                          <dgm:choose name="Name34">
                            <dgm:if name="Name35" func="var" arg="dir" op="equ" val="norm">
                              <dgm:alg type="lin">
                                <dgm:param type="linDir" val="fromL"/>
                                <dgm:param type="nodeVertAlign" val="t"/>
                              </dgm:alg>
                            </dgm:if>
                            <dgm:else name="Name36">
                              <dgm:alg type="lin">
                                <dgm:param type="linDir" val="fromR"/>
                                <dgm:param type="nodeVertAlign" val="t"/>
                              </dgm:alg>
                            </dgm:else>
                          </dgm:choose>
                          <dgm:shape xmlns:r="http://schemas.openxmlformats.org/officeDocument/2006/relationships" r:blip="">
                            <dgm:adjLst/>
                          </dgm:shape>
                          <dgm:presOf/>
                          <dgm:layoutNode name="horzSpace4">
                            <dgm:alg type="sp"/>
                            <dgm:shape xmlns:r="http://schemas.openxmlformats.org/officeDocument/2006/relationships" r:blip="">
                              <dgm:adjLst/>
                            </dgm:shape>
                            <dgm:presOf/>
                          </dgm:layoutNode>
                          <dgm:layoutNode name="tx4" styleLbl="revTx">
                            <dgm:varLst>
                              <dgm:bulletEnabled val="1"/>
                            </dgm:varLst>
                            <dgm:alg type="tx">
                              <dgm:param type="parTxLTRAlign" val="l"/>
                              <dgm:param type="parTxRTLAlign" val="r"/>
                              <dgm:param type="txAnchorVert" val="t"/>
                            </dgm:alg>
                            <dgm:shape xmlns:r="http://schemas.openxmlformats.org/officeDocument/2006/relationships" type="rect" r:blip="">
                              <dgm:adjLst/>
                            </dgm:shape>
                            <dgm:presOf axis="desOrSelf" ptType="node"/>
                            <dgm:constrLst>
                              <dgm:constr type="tMarg" refType="primFontSz" fact="0.3"/>
                              <dgm:constr type="bMarg" refType="primFontSz" fact="0.3"/>
                              <dgm:constr type="lMarg" refType="primFontSz" fact="0.3"/>
                              <dgm:constr type="rMarg" refType="primFontSz" fact="0.3"/>
                            </dgm:constrLst>
                            <dgm:ruleLst>
                              <dgm:rule type="primFontSz" val="5" fact="NaN" max="NaN"/>
                            </dgm:ruleLst>
                          </dgm:layoutNode>
                        </dgm:layoutNode>
                      </dgm:forEach>
                    </dgm:layoutNode>
                  </dgm:layoutNode>
                  <dgm:forEach name="Name37" axis="followSib" ptType="sibTrans" cnt="1">
                    <dgm:layoutNode name="thinLine3" styleLbl="callout">
                      <dgm:alg type="sp"/>
                      <dgm:shape xmlns:r="http://schemas.openxmlformats.org/officeDocument/2006/relationships" type="line" r:blip="">
                        <dgm:adjLst/>
                      </dgm:shape>
                      <dgm:presOf/>
                    </dgm:layoutNode>
                  </dgm:forEach>
                </dgm:forEach>
              </dgm:layoutNode>
            </dgm:layoutNode>
            <dgm:layoutNode name="thinLine2b" styleLbl="callout">
              <dgm:alg type="sp"/>
              <dgm:shape xmlns:r="http://schemas.openxmlformats.org/officeDocument/2006/relationships" type="line" r:blip="">
                <dgm:adjLst/>
              </dgm:shape>
              <dgm:presOf/>
            </dgm:layoutNode>
            <dgm:layoutNode name="vertSpace2b">
              <dgm:alg type="sp"/>
              <dgm:shape xmlns:r="http://schemas.openxmlformats.org/officeDocument/2006/relationships" r:blip="">
                <dgm:adjLst/>
              </dgm:shape>
              <dgm:presOf/>
            </dgm:layoutNode>
          </dgm:forEach>
        </dgm:layoutNode>
      </dgm:layoutNode>
    </dgm:forEach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3">
  <dgm:title val=""/>
  <dgm:desc val=""/>
  <dgm:catLst>
    <dgm:cat type="simple" pri="103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lnNode1">
    <dgm:scene3d>
      <a:camera prst="orthographicFront"/>
      <a:lightRig rig="flat" dir="t"/>
    </dgm:scene3d>
    <dgm:sp3d prstMaterial="dkEdge">
      <a:bevelT w="8200" h="38100"/>
    </dgm:sp3d>
    <dgm:txPr/>
    <dgm:style>
      <a:lnRef idx="1">
        <a:scrgbClr r="0" g="0" b="0"/>
      </a:lnRef>
      <a:fillRef idx="2">
        <a:scrgbClr r="0" g="0" b="0"/>
      </a:fillRef>
      <a:effectRef idx="0">
        <a:scrgbClr r="0" g="0" b="0"/>
      </a:effectRef>
      <a:fontRef idx="minor">
        <a:schemeClr val="dk1"/>
      </a:fontRef>
    </dgm:style>
  </dgm:styleLbl>
  <dgm:styleLbl name="vennNode1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1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2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3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4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1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2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3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4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prstMaterial="dkEdge">
      <a:bevelT w="8200" h="38100"/>
    </dgm:sp3d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.xml><?xml version="1.0" encoding="utf-8"?>
<dgm:styleDef xmlns:dgm="http://schemas.openxmlformats.org/drawingml/2006/diagram" xmlns:a="http://schemas.openxmlformats.org/drawingml/2006/main" uniqueId="urn:microsoft.com/office/officeart/2005/8/quickstyle/simple3">
  <dgm:title val=""/>
  <dgm:desc val=""/>
  <dgm:catLst>
    <dgm:cat type="simple" pri="103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lnNode1">
    <dgm:scene3d>
      <a:camera prst="orthographicFront"/>
      <a:lightRig rig="flat" dir="t"/>
    </dgm:scene3d>
    <dgm:sp3d prstMaterial="dkEdge">
      <a:bevelT w="8200" h="38100"/>
    </dgm:sp3d>
    <dgm:txPr/>
    <dgm:style>
      <a:lnRef idx="1">
        <a:scrgbClr r="0" g="0" b="0"/>
      </a:lnRef>
      <a:fillRef idx="2">
        <a:scrgbClr r="0" g="0" b="0"/>
      </a:fillRef>
      <a:effectRef idx="0">
        <a:scrgbClr r="0" g="0" b="0"/>
      </a:effectRef>
      <a:fontRef idx="minor">
        <a:schemeClr val="dk1"/>
      </a:fontRef>
    </dgm:style>
  </dgm:styleLbl>
  <dgm:styleLbl name="vennNode1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1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2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3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4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1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2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3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4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prstMaterial="dkEdge">
      <a:bevelT w="8200" h="38100"/>
    </dgm:sp3d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.xml><?xml version="1.0" encoding="utf-8"?>
<dgm:styleDef xmlns:dgm="http://schemas.openxmlformats.org/drawingml/2006/diagram" xmlns:a="http://schemas.openxmlformats.org/drawingml/2006/main" uniqueId="urn:microsoft.com/office/officeart/2005/8/quickstyle/3d4">
  <dgm:title val=""/>
  <dgm:desc val=""/>
  <dgm:catLst>
    <dgm:cat type="3D" pri="11400"/>
  </dgm:catLst>
  <dgm:scene3d>
    <a:camera prst="orthographicFront"/>
    <a:lightRig rig="threePt" dir="t"/>
  </dgm:scene3d>
  <dgm:styleLbl name="node0">
    <dgm:scene3d>
      <a:camera prst="orthographicFront"/>
      <a:lightRig rig="chilly" dir="t"/>
    </dgm:scene3d>
    <dgm:sp3d prstMaterial="translucentPowder">
      <a:bevelT w="127000" h="25400" prst="softRound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chilly" dir="t"/>
    </dgm:scene3d>
    <dgm:sp3d prstMaterial="translucentPowder">
      <a:bevelT w="127000" h="25400" prst="softRound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chilly" dir="t"/>
    </dgm:scene3d>
    <dgm:sp3d prstMaterial="translucentPowder">
      <a:bevelT w="127000" h="25400" prst="softRound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chilly" dir="t"/>
    </dgm:scene3d>
    <dgm:sp3d prstMaterial="translucentPowder">
      <a:bevelT w="127000" h="25400" prst="softRound"/>
    </dgm:sp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chilly" dir="t"/>
    </dgm:scene3d>
    <dgm:sp3d prstMaterial="translucentPowder">
      <a:bevelT w="127000" h="25400" prst="softRound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chilly" dir="t"/>
    </dgm:scene3d>
    <dgm:sp3d prstMaterial="translucentPowder">
      <a:bevelT w="127000" h="25400" prst="softRound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chilly" dir="t"/>
    </dgm:scene3d>
    <dgm:sp3d prstMaterial="translucentPowder">
      <a:bevelT w="127000" h="25400" prst="softRound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chilly" dir="t"/>
    </dgm:scene3d>
    <dgm:sp3d prstMaterial="translucentPowder">
      <a:bevelT w="127000" h="25400" prst="softRound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chilly" dir="t"/>
    </dgm:scene3d>
    <dgm:sp3d z="12700" extrusionH="12700" prstMaterial="translucentPowder">
      <a:bevelT w="25400" h="6350" prst="softRound"/>
      <a:bevelB w="0" h="0" prst="convex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chilly" dir="t"/>
    </dgm:scene3d>
    <dgm:sp3d prstMaterial="translucentPowder">
      <a:bevelT w="127000" h="25400" prst="softRound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ImgPlace1">
    <dgm:scene3d>
      <a:camera prst="orthographicFront"/>
      <a:lightRig rig="chilly" dir="t"/>
    </dgm:scene3d>
    <dgm:sp3d z="-25700" extrusionH="63500" contourW="127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chilly" dir="t"/>
    </dgm:scene3d>
    <dgm:sp3d z="-70000" extrusionH="1700" prstMaterial="translucentPowder">
      <a:bevelT w="25400" h="6350" prst="softRound"/>
      <a:bevelB w="0" h="0" prst="convex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chilly" dir="t"/>
    </dgm:scene3d>
    <dgm:sp3d z="12700" extrusionH="1700" prstMaterial="translucentPowder">
      <a:bevelT w="25400" h="6350" prst="softRound"/>
      <a:bevelB w="0" h="0" prst="convex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ibTrans2D1">
    <dgm:scene3d>
      <a:camera prst="orthographicFront"/>
      <a:lightRig rig="chilly" dir="t"/>
    </dgm:scene3d>
    <dgm:sp3d z="-25700" extrusionH="1700" prstMaterial="translucentPowder">
      <a:bevelT w="25400" h="6350" prst="softRound"/>
      <a:bevelB w="0" h="0" prst="convex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chilly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chilly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chilly" dir="t"/>
    </dgm:scene3d>
    <dgm:sp3d prstMaterial="translucentPowder">
      <a:bevelT w="127000" h="25400" prst="softRound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chilly" dir="t"/>
    </dgm:scene3d>
    <dgm:sp3d prstMaterial="translucentPowder">
      <a:bevelT w="127000" h="25400" prst="softRound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chilly" dir="t"/>
    </dgm:scene3d>
    <dgm:sp3d prstMaterial="translucentPowder">
      <a:bevelT w="127000" h="25400" prst="softRound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chilly" dir="t"/>
    </dgm:scene3d>
    <dgm:sp3d prstMaterial="translucentPowder">
      <a:bevelT w="127000" h="25400" prst="softRound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chilly" dir="t"/>
    </dgm:scene3d>
    <dgm:sp3d z="1700" extrusionH="1700" prstMaterial="translucentPowder">
      <a:bevelT w="25400" h="6350" prst="softRound"/>
      <a:bevelB w="0" h="0" prst="convex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parChTrans2D2">
    <dgm:scene3d>
      <a:camera prst="orthographicFront"/>
      <a:lightRig rig="chilly" dir="t"/>
    </dgm:scene3d>
    <dgm:sp3d z="1700" extrusionH="1700" prstMaterial="translucentPowder">
      <a:bevelT w="25400" h="6350" prst="softRound"/>
      <a:bevelB w="0" h="0" prst="convex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parChTrans2D3">
    <dgm:scene3d>
      <a:camera prst="orthographicFront"/>
      <a:lightRig rig="chilly" dir="t"/>
    </dgm:scene3d>
    <dgm:sp3d extrusionH="1700" prstMaterial="translucentPowder">
      <a:bevelT w="25400" h="6350" prst="softRound"/>
      <a:bevelB w="0" h="0" prst="convex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parChTrans2D4">
    <dgm:scene3d>
      <a:camera prst="orthographicFront"/>
      <a:lightRig rig="chilly" dir="t"/>
    </dgm:scene3d>
    <dgm:sp3d extrusionH="1700" prstMaterial="translucentPowder">
      <a:bevelT w="25400" h="6350" prst="softRound"/>
      <a:bevelB w="0" h="0" prst="convex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parChTrans1D1">
    <dgm:scene3d>
      <a:camera prst="orthographicFront"/>
      <a:lightRig rig="chilly" dir="t"/>
    </dgm:scene3d>
    <dgm:sp3d z="-40000"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 z="-40000"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chilly" dir="t"/>
    </dgm:scene3d>
    <dgm:sp3d z="-40000"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chilly" dir="t"/>
    </dgm:scene3d>
    <dgm:sp3d z="-40000"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chilly" dir="t"/>
    </dgm:scene3d>
    <dgm:sp3d z="12700" extrusionH="1700" prstMaterial="dkEdge">
      <a:bevelT w="25400" h="6350" prst="softRound"/>
      <a:bevelB w="0" h="0" prst="convex"/>
    </dgm:sp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chilly" dir="t"/>
    </dgm:scene3d>
    <dgm:sp3d z="12700" extrusionH="1700" prstMaterial="dkEdge">
      <a:bevelT w="25400" h="6350" prst="softRound"/>
      <a:bevelB w="0" h="0" prst="convex"/>
    </dgm:sp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chilly" dir="t"/>
    </dgm:scene3d>
    <dgm:sp3d prstMaterial="dkEdge">
      <a:bevelT w="25400" h="6350" prst="softRound"/>
      <a:bevelB w="0" h="0" prst="convex"/>
    </dgm:sp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chilly" dir="t"/>
    </dgm:scene3d>
    <dgm:sp3d prstMaterial="dkEdge">
      <a:bevelT w="127000" h="25400"/>
    </dgm:sp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chilly" dir="t"/>
    </dgm:scene3d>
    <dgm:sp3d z="-12700" extrusionH="1700" prstMaterial="dkEdge">
      <a:bevelT w="25400" h="6350" prst="softRound"/>
      <a:bevelB w="0" h="0" prst="convex"/>
    </dgm:sp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chilly" dir="t"/>
    </dgm:scene3d>
    <dgm:sp3d z="12700" extrusionH="1700" prstMaterial="dkEdge">
      <a:bevelT w="25400" h="6350" prst="softRound"/>
      <a:bevelB w="0" h="0" prst="convex"/>
    </dgm:sp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chilly" dir="t"/>
    </dgm:scene3d>
    <dgm:sp3d extrusionH="1700" prstMaterial="dkEdge">
      <a:bevelT w="25400" h="6350" prst="softRound"/>
      <a:bevelB w="0" h="0" prst="convex"/>
    </dgm:sp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chilly" dir="t"/>
    </dgm:scene3d>
    <dgm:sp3d z="-12700" extrusionH="1700" prstMaterial="dkEdge">
      <a:bevelT w="25400" h="6350" prst="softRound"/>
      <a:bevelB w="0" h="0" prst="convex"/>
    </dgm:sp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chilly" dir="t"/>
    </dgm:scene3d>
    <dgm:sp3d z="12700" extrusionH="1700" prstMaterial="dkEdge">
      <a:bevelT w="25400" h="6350" prst="softRound"/>
      <a:bevelB w="0" h="0" prst="convex"/>
    </dgm:sp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chilly" dir="t"/>
    </dgm:scene3d>
    <dgm:sp3d extrusionH="1700" prstMaterial="dkEdge">
      <a:bevelT w="25400" h="6350" prst="softRound"/>
      <a:bevelB w="0" h="0" prst="convex"/>
    </dgm:sp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chilly" dir="t"/>
    </dgm:scene3d>
    <dgm:sp3d z="-12700" extrusionH="1700" prstMaterial="dkEdge">
      <a:bevelT w="25400" h="6350" prst="softRound"/>
      <a:bevelB w="0" h="0" prst="convex"/>
    </dgm:sp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chilly" dir="t"/>
    </dgm:scene3d>
    <dgm:sp3d z="12700" extrusionH="1700" prstMaterial="dkEdge">
      <a:bevelT w="25400" h="6350" prst="softRound"/>
      <a:bevelB w="0" h="0" prst="convex"/>
    </dgm:sp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chilly" dir="t"/>
    </dgm:scene3d>
    <dgm:sp3d z="12700" extrusionH="1700" prstMaterial="dkEdge">
      <a:bevelT w="25400" h="6350" prst="softRound"/>
      <a:bevelB w="0" h="0" prst="convex"/>
    </dgm:sp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chilly" dir="t"/>
    </dgm:scene3d>
    <dgm:sp3d z="12700" extrusionH="1700" prstMaterial="dkEdge">
      <a:bevelT w="25400" h="6350" prst="softRound"/>
      <a:bevelB w="0" h="0" prst="convex"/>
    </dgm:sp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chilly" dir="t"/>
    </dgm:scene3d>
    <dgm:sp3d z="12700" extrusionH="1700" prstMaterial="dkEdge">
      <a:bevelT w="25400" h="6350" prst="softRound"/>
      <a:bevelB w="0" h="0" prst="convex"/>
    </dgm:sp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chilly" dir="t"/>
    </dgm:scene3d>
    <dgm:sp3d z="-12700" extrusionH="1700" prstMaterial="translucentPowder">
      <a:bevelT w="25400" h="6350" prst="softRound"/>
      <a:bevelB w="0" h="0" prst="convex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chilly" dir="t"/>
    </dgm:scene3d>
    <dgm:sp3d extrusionH="1700" prstMaterial="translucentPowder">
      <a:bevelT w="25400" h="6350" prst="softRound"/>
      <a:bevelB w="0" h="0" prst="convex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chilly" dir="t"/>
    </dgm:scene3d>
    <dgm:sp3d z="-1524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chilly" dir="t"/>
    </dgm:scene3d>
    <dgm:sp3d z="12700" extrusionH="1700" prstMaterial="translucentPowder">
      <a:bevelT w="25400" h="6350" prst="softRound"/>
      <a:bevelB w="0" h="0" prst="convex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.xml><?xml version="1.0" encoding="utf-8"?>
<dgm:styleDef xmlns:dgm="http://schemas.openxmlformats.org/drawingml/2006/diagram" xmlns:a="http://schemas.openxmlformats.org/drawingml/2006/main" uniqueId="urn:microsoft.com/office/officeart/2005/8/quickstyle/3d3">
  <dgm:title val=""/>
  <dgm:desc val=""/>
  <dgm:catLst>
    <dgm:cat type="3D" pri="11300"/>
  </dgm:catLst>
  <dgm:scene3d>
    <a:camera prst="orthographicFront"/>
    <a:lightRig rig="threePt" dir="t"/>
  </dgm:scene3d>
  <dgm:styleLbl name="node0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lnNode1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>
        <a:rot lat="0" lon="0" rev="0"/>
      </a:camera>
      <a:lightRig rig="contrasting" dir="t">
        <a:rot lat="0" lon="0" rev="1200000"/>
      </a:lightRig>
    </dgm:scene3d>
    <dgm:sp3d contourW="12700" prstMaterial="clear">
      <a:bevelT w="177800" h="254000"/>
      <a:bevelB w="1524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>
        <a:rot lat="0" lon="0" rev="0"/>
      </a:camera>
      <a:lightRig rig="contrasting" dir="t">
        <a:rot lat="0" lon="0" rev="1200000"/>
      </a:lightRig>
    </dgm:scene3d>
    <dgm:sp3d z="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lignImgPlace1">
    <dgm:scene3d>
      <a:camera prst="orthographicFront">
        <a:rot lat="0" lon="0" rev="0"/>
      </a:camera>
      <a:lightRig rig="contrasting" dir="t">
        <a:rot lat="0" lon="0" rev="1200000"/>
      </a:lightRig>
    </dgm:scene3d>
    <dgm:sp3d contourW="12700" prstMaterial="flat">
      <a:bevelT w="177800" h="254000"/>
      <a:bevelB w="1524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bgImgPlace1">
    <dgm:scene3d>
      <a:camera prst="orthographicFront">
        <a:rot lat="0" lon="0" rev="0"/>
      </a:camera>
      <a:lightRig rig="contrasting" dir="t">
        <a:rot lat="0" lon="0" rev="1200000"/>
      </a:lightRig>
    </dgm:scene3d>
    <dgm:sp3d z="-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sibTrans2D1">
    <dgm:scene3d>
      <a:camera prst="orthographicFront">
        <a:rot lat="0" lon="0" rev="0"/>
      </a:camera>
      <a:lightRig rig="contrasting" dir="t">
        <a:rot lat="0" lon="0" rev="1200000"/>
      </a:lightRig>
    </dgm:scene3d>
    <dgm:sp3d z="-182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>
        <a:rot lat="0" lon="0" rev="0"/>
      </a:camera>
      <a:lightRig rig="contrasting" dir="t">
        <a:rot lat="0" lon="0" rev="1200000"/>
      </a:lightRig>
    </dgm:scene3d>
    <dgm:sp3d z="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ibTrans2D1">
    <dgm:scene3d>
      <a:camera prst="orthographicFront">
        <a:rot lat="0" lon="0" rev="0"/>
      </a:camera>
      <a:lightRig rig="contrasting" dir="t">
        <a:rot lat="0" lon="0" rev="1200000"/>
      </a:lightRig>
    </dgm:scene3d>
    <dgm:sp3d z="-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>
        <a:rot lat="0" lon="0" rev="0"/>
      </a:camera>
      <a:lightRig rig="contrasting" dir="t">
        <a:rot lat="0" lon="0" rev="1200000"/>
      </a:lightRig>
    </dgm:scene3d>
    <dgm:sp3d z="-110000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>
        <a:rot lat="0" lon="0" rev="0"/>
      </a:camera>
      <a:lightRig rig="contrasting" dir="t">
        <a:rot lat="0" lon="0" rev="1200000"/>
      </a:lightRig>
    </dgm:scene3d>
    <dgm:sp3d z="10000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parChTrans2D2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parChTrans2D3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parChTrans2D4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parChTrans1D1">
    <dgm:scene3d>
      <a:camera prst="orthographicFront">
        <a:rot lat="0" lon="0" rev="0"/>
      </a:camera>
      <a:lightRig rig="contrasting" dir="t">
        <a:rot lat="0" lon="0" rev="1200000"/>
      </a:lightRig>
    </dgm:scene3d>
    <dgm:sp3d z="-110000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>
        <a:rot lat="0" lon="0" rev="0"/>
      </a:camera>
      <a:lightRig rig="contrasting" dir="t">
        <a:rot lat="0" lon="0" rev="1200000"/>
      </a:lightRig>
    </dgm:scene3d>
    <dgm:sp3d z="-110000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>
        <a:rot lat="0" lon="0" rev="0"/>
      </a:camera>
      <a:lightRig rig="contrasting" dir="t">
        <a:rot lat="0" lon="0" rev="1200000"/>
      </a:lightRig>
    </dgm:scene3d>
    <dgm:sp3d z="-110000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>
        <a:rot lat="0" lon="0" rev="0"/>
      </a:camera>
      <a:lightRig rig="contrasting" dir="t">
        <a:rot lat="0" lon="0" rev="1200000"/>
      </a:lightRig>
    </dgm:scene3d>
    <dgm:sp3d z="-110000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>
        <a:rot lat="0" lon="0" rev="0"/>
      </a:camera>
      <a:lightRig rig="contrasting" dir="t">
        <a:rot lat="0" lon="0" rev="1200000"/>
      </a:lightRig>
    </dgm:scene3d>
    <dgm:sp3d z="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>
        <a:rot lat="0" lon="0" rev="0"/>
      </a:camera>
      <a:lightRig rig="contrasting" dir="t">
        <a:rot lat="0" lon="0" rev="1200000"/>
      </a:lightRig>
    </dgm:scene3d>
    <dgm:sp3d z="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bgAcc1">
    <dgm:scene3d>
      <a:camera prst="orthographicFront">
        <a:rot lat="0" lon="0" rev="0"/>
      </a:camera>
      <a:lightRig rig="contrasting" dir="t">
        <a:rot lat="0" lon="0" rev="1200000"/>
      </a:lightRig>
    </dgm:scene3d>
    <dgm:sp3d z="-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>
        <a:rot lat="0" lon="0" rev="0"/>
      </a:camera>
      <a:lightRig rig="contrasting" dir="t">
        <a:rot lat="0" lon="0" rev="1200000"/>
      </a:lightRig>
    </dgm:scene3d>
    <dgm:sp3d z="300000" contourW="12700" prstMaterial="flat">
      <a:bevelT w="177800" h="254000"/>
      <a:bevelB w="1524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>
        <a:rot lat="0" lon="0" rev="0"/>
      </a:camera>
      <a:lightRig rig="contrasting" dir="t">
        <a:rot lat="0" lon="0" rev="1200000"/>
      </a:lightRig>
    </dgm:scene3d>
    <dgm:sp3d z="-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>
        <a:rot lat="0" lon="0" rev="0"/>
      </a:camera>
      <a:lightRig rig="contrasting" dir="t">
        <a:rot lat="0" lon="0" rev="1200000"/>
      </a:lightRig>
    </dgm:scene3d>
    <dgm:sp3d z="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>
        <a:rot lat="0" lon="0" rev="0"/>
      </a:camera>
      <a:lightRig rig="contrasting" dir="t">
        <a:rot lat="0" lon="0" rev="1200000"/>
      </a:lightRig>
    </dgm:scene3d>
    <dgm:sp3d z="-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>
        <a:rot lat="0" lon="0" rev="0"/>
      </a:camera>
      <a:lightRig rig="contrasting" dir="t">
        <a:rot lat="0" lon="0" rev="1200000"/>
      </a:lightRig>
    </dgm:scene3d>
    <dgm:sp3d z="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>
        <a:rot lat="0" lon="0" rev="0"/>
      </a:camera>
      <a:lightRig rig="contrasting" dir="t">
        <a:rot lat="0" lon="0" rev="1200000"/>
      </a:lightRig>
    </dgm:scene3d>
    <dgm:sp3d z="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>
        <a:rot lat="0" lon="0" rev="0"/>
      </a:camera>
      <a:lightRig rig="contrasting" dir="t">
        <a:rot lat="0" lon="0" rev="1200000"/>
      </a:lightRig>
    </dgm:scene3d>
    <dgm:sp3d z="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>
        <a:rot lat="0" lon="0" rev="0"/>
      </a:camera>
      <a:lightRig rig="contrasting" dir="t">
        <a:rot lat="0" lon="0" rev="1200000"/>
      </a:lightRig>
    </dgm:scene3d>
    <dgm:sp3d z="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>
        <a:rot lat="0" lon="0" rev="0"/>
      </a:camera>
      <a:lightRig rig="contrasting" dir="t">
        <a:rot lat="0" lon="0" rev="1200000"/>
      </a:lightRig>
    </dgm:scene3d>
    <dgm:sp3d z="-300000" prstMaterial="plastic"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>
        <a:rot lat="0" lon="0" rev="0"/>
      </a:camera>
      <a:lightRig rig="contrasting" dir="t">
        <a:rot lat="0" lon="0" rev="1200000"/>
      </a:lightRig>
    </dgm:scene3d>
    <dgm:sp3d contourW="12700" prstMaterial="flat">
      <a:bevelT w="100800" h="154000"/>
      <a:bevelB w="1524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>
        <a:rot lat="0" lon="0" rev="0"/>
      </a:camera>
      <a:lightRig rig="contrasting" dir="t">
        <a:rot lat="0" lon="0" rev="1200000"/>
      </a:lightRig>
    </dgm:scene3d>
    <dgm:sp3d z="-152400" prstMaterial="matte"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>
        <a:rot lat="0" lon="0" rev="0"/>
      </a:camera>
      <a:lightRig rig="contrasting" dir="t">
        <a:rot lat="0" lon="0" rev="1200000"/>
      </a:lightRig>
    </dgm:scene3d>
    <dgm:sp3d z="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93CDB790-ADC7-4C6D-B243-B33944E77899}" type="datetimeFigureOut">
              <a:rPr lang="en-US" smtClean="0"/>
              <a:t>4/17/2025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371600" y="1143000"/>
            <a:ext cx="41148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89ADA04D-F0DD-48FF-BA53-9AE8651DC92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7033485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9ADA04D-F0DD-48FF-BA53-9AE8651DC92D}" type="slidenum">
              <a:rPr lang="en-US" smtClean="0"/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61420040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4/17/2025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6807558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4/17/2025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431425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4/17/2025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4/17/2025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8224494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4/17/2025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9015873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4/17/2025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4/17/2025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1299981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4/17/2025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4072656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4/17/2025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8923693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4/17/2025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1092796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4/17/2025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1222379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BCAD085-E8A6-8845-BD4E-CB4CCA059FC4}" type="datetimeFigureOut">
              <a:rPr lang="en-US" smtClean="0"/>
              <a:t>4/17/2025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0997751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4572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457200" rtl="0" eaLnBrk="1" latinLnBrk="0" hangingPunct="1">
        <a:spcBef>
          <a:spcPct val="20000"/>
        </a:spcBef>
        <a:buFont typeface="Arial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457200" rtl="0" eaLnBrk="1" latinLnBrk="0" hangingPunct="1">
        <a:spcBef>
          <a:spcPct val="20000"/>
        </a:spcBef>
        <a:buFont typeface="Arial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457200" rtl="0" eaLnBrk="1" latinLnBrk="0" hangingPunct="1">
        <a:spcBef>
          <a:spcPct val="20000"/>
        </a:spcBef>
        <a:buFont typeface="Arial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457200" rtl="0" eaLnBrk="1" latinLnBrk="0" hangingPunct="1">
        <a:spcBef>
          <a:spcPct val="20000"/>
        </a:spcBef>
        <a:buFont typeface="Arial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457200" rtl="0" eaLnBrk="1" latinLnBrk="0" hangingPunct="1">
        <a:spcBef>
          <a:spcPct val="20000"/>
        </a:spcBef>
        <a:buFont typeface="Arial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.xml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.xml"/><Relationship Id="rId2" Type="http://schemas.openxmlformats.org/officeDocument/2006/relationships/diagramData" Target="../diagrams/data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.xml"/><Relationship Id="rId5" Type="http://schemas.openxmlformats.org/officeDocument/2006/relationships/diagramColors" Target="../diagrams/colors1.xml"/><Relationship Id="rId4" Type="http://schemas.openxmlformats.org/officeDocument/2006/relationships/diagramQuickStyle" Target="../diagrams/quickStyle1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.xml"/><Relationship Id="rId2" Type="http://schemas.openxmlformats.org/officeDocument/2006/relationships/diagramData" Target="../diagrams/data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.xml"/><Relationship Id="rId5" Type="http://schemas.openxmlformats.org/officeDocument/2006/relationships/diagramColors" Target="../diagrams/colors2.xml"/><Relationship Id="rId4" Type="http://schemas.openxmlformats.org/officeDocument/2006/relationships/diagramQuickStyle" Target="../diagrams/quickStyle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.xml"/><Relationship Id="rId2" Type="http://schemas.openxmlformats.org/officeDocument/2006/relationships/diagramData" Target="../diagrams/data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.xml"/><Relationship Id="rId5" Type="http://schemas.openxmlformats.org/officeDocument/2006/relationships/diagramColors" Target="../diagrams/colors3.xml"/><Relationship Id="rId4" Type="http://schemas.openxmlformats.org/officeDocument/2006/relationships/diagramQuickStyle" Target="../diagrams/quickStyle3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.xml"/><Relationship Id="rId2" Type="http://schemas.openxmlformats.org/officeDocument/2006/relationships/diagramData" Target="../diagrams/data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.xml"/><Relationship Id="rId5" Type="http://schemas.openxmlformats.org/officeDocument/2006/relationships/diagramColors" Target="../diagrams/colors4.xml"/><Relationship Id="rId4" Type="http://schemas.openxmlformats.org/officeDocument/2006/relationships/diagramQuickStyle" Target="../diagrams/quickStyle4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.xml"/><Relationship Id="rId2" Type="http://schemas.openxmlformats.org/officeDocument/2006/relationships/diagramData" Target="../diagrams/data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.xml"/><Relationship Id="rId5" Type="http://schemas.openxmlformats.org/officeDocument/2006/relationships/diagramColors" Target="../diagrams/colors5.xml"/><Relationship Id="rId4" Type="http://schemas.openxmlformats.org/officeDocument/2006/relationships/diagramQuickStyle" Target="../diagrams/quickStyle5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C7D023E4-8DE1-436E-9847-ED6A4B4B04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88" y="0"/>
            <a:ext cx="914171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63C1F321-BB96-4700-B3CE-1A6156067F4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88" y="0"/>
            <a:ext cx="9141712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3FA1AD64-F15F-417D-956C-B2C211FC905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2288" y="0"/>
            <a:ext cx="4548176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5F3C79B0-E0DE-407E-B550-3FDEB67B00F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A1A2DFA8-F321-4204-9B31-A3713BC6529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467892" y="841664"/>
            <a:ext cx="3655995" cy="5156800"/>
          </a:xfrm>
        </p:spPr>
        <p:txBody>
          <a:bodyPr anchor="ctr">
            <a:normAutofit/>
          </a:bodyPr>
          <a:lstStyle/>
          <a:p>
            <a:pPr algn="l"/>
            <a:r>
              <a:rPr lang="en-US" sz="4200" dirty="0">
                <a:solidFill>
                  <a:schemeClr val="bg1"/>
                </a:solidFill>
                <a:latin typeface="Amasis MT Pro" panose="020F0502020204030204" pitchFamily="18" charset="0"/>
              </a:rPr>
              <a:t>Youth Drug Use Prediction (NSDUH 2023)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4901015" y="841664"/>
            <a:ext cx="3908688" cy="5156800"/>
          </a:xfrm>
        </p:spPr>
        <p:txBody>
          <a:bodyPr anchor="ctr">
            <a:normAutofit/>
          </a:bodyPr>
          <a:lstStyle/>
          <a:p>
            <a:pPr algn="l"/>
            <a:r>
              <a:rPr lang="en-US" sz="2400" dirty="0">
                <a:solidFill>
                  <a:schemeClr val="tx2"/>
                </a:solidFill>
                <a:latin typeface="Abadi" panose="020B0604020104020204" pitchFamily="34" charset="0"/>
              </a:rPr>
              <a:t>Using Decision Tree Model</a:t>
            </a:r>
          </a:p>
          <a:p>
            <a:pPr algn="l"/>
            <a:endParaRPr lang="en-US" sz="2400" dirty="0">
              <a:solidFill>
                <a:schemeClr val="tx2"/>
              </a:solidFill>
              <a:latin typeface="Abadi" panose="020B0604020104020204" pitchFamily="34" charset="0"/>
            </a:endParaRPr>
          </a:p>
          <a:p>
            <a:pPr algn="l"/>
            <a:r>
              <a:rPr lang="en-US" sz="2400" dirty="0">
                <a:solidFill>
                  <a:schemeClr val="tx2"/>
                </a:solidFill>
                <a:latin typeface="Abadi" panose="020B0604020104020204" pitchFamily="34" charset="0"/>
              </a:rPr>
              <a:t>Highlights: </a:t>
            </a:r>
          </a:p>
          <a:p>
            <a:pPr algn="l"/>
            <a:r>
              <a:rPr lang="en-US" sz="2400" dirty="0" err="1">
                <a:solidFill>
                  <a:schemeClr val="tx2"/>
                </a:solidFill>
                <a:latin typeface="Abadi" panose="020B0604020104020204" pitchFamily="34" charset="0"/>
              </a:rPr>
              <a:t>i</a:t>
            </a:r>
            <a:r>
              <a:rPr lang="en-US" sz="2400" dirty="0">
                <a:solidFill>
                  <a:schemeClr val="tx2"/>
                </a:solidFill>
                <a:latin typeface="Abadi" panose="020B0604020104020204" pitchFamily="34" charset="0"/>
              </a:rPr>
              <a:t>. Binary Classification </a:t>
            </a:r>
          </a:p>
          <a:p>
            <a:pPr algn="l"/>
            <a:r>
              <a:rPr lang="en-US" sz="2400" dirty="0">
                <a:solidFill>
                  <a:schemeClr val="tx2"/>
                </a:solidFill>
                <a:latin typeface="Abadi" panose="020B0604020104020204" pitchFamily="34" charset="0"/>
              </a:rPr>
              <a:t>ii. Multi-Class Classification</a:t>
            </a:r>
          </a:p>
          <a:p>
            <a:pPr algn="l"/>
            <a:r>
              <a:rPr lang="en-US" sz="2400" dirty="0">
                <a:solidFill>
                  <a:schemeClr val="tx2"/>
                </a:solidFill>
                <a:latin typeface="Abadi" panose="020B0604020104020204" pitchFamily="34" charset="0"/>
              </a:rPr>
              <a:t>iii. Regression Models</a:t>
            </a:r>
          </a:p>
          <a:p>
            <a:pPr algn="l"/>
            <a:endParaRPr lang="en-US" sz="2800" dirty="0">
              <a:solidFill>
                <a:schemeClr val="tx2"/>
              </a:solidFill>
              <a:latin typeface="Abadi" panose="020B0604020104020204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30058C89-CF5A-5432-C515-1DD2102319DA}"/>
              </a:ext>
            </a:extLst>
          </p:cNvPr>
          <p:cNvSpPr txBox="1"/>
          <p:nvPr/>
        </p:nvSpPr>
        <p:spPr>
          <a:xfrm>
            <a:off x="6188489" y="6431949"/>
            <a:ext cx="457200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>
                <a:latin typeface="Amasis MT Pro" panose="02040504050005020304" pitchFamily="18" charset="0"/>
              </a:rPr>
              <a:t>Presented by ~ Mahek Patel</a:t>
            </a:r>
          </a:p>
        </p:txBody>
      </p:sp>
    </p:spTree>
    <p:custDataLst>
      <p:tags r:id="rId1"/>
    </p:custData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4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20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4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20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4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42" presetClass="entr" presetSubtype="0" fill="hold" grpId="0" nodeType="click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42" presetClass="entr" presetSubtype="0" fill="hold" grpId="0" nodeType="click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42" presetClass="entr" presetSubtype="0" fill="hold" grpId="0" nodeType="click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3" grpId="0" uiExpand="1" build="p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44D65982-4F00-4330-8DAA-DE6A9E4D6D2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09115B9-5BFD-478D-9C87-29ADB3AF172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88" y="0"/>
            <a:ext cx="9141712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8D57F946-2E03-4DE1-91F8-25BEDC6635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-2"/>
            <a:ext cx="2601175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598881B-E007-4AAF-BA50-0AD61821922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87A6DD9E-16A5-46AE-A522-D46D6BEDF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 rot="16200000">
            <a:off x="-1022984" y="1449083"/>
            <a:ext cx="4471416" cy="2788920"/>
          </a:xfrm>
        </p:spPr>
        <p:txBody>
          <a:bodyPr anchor="ctr">
            <a:normAutofit/>
          </a:bodyPr>
          <a:lstStyle/>
          <a:p>
            <a:pPr algn="l"/>
            <a:r>
              <a:rPr lang="en-US" sz="4200" dirty="0">
                <a:solidFill>
                  <a:schemeClr val="bg1"/>
                </a:solidFill>
                <a:latin typeface="Amasis MT Pro" panose="02040504050005020304" pitchFamily="18" charset="0"/>
              </a:rPr>
              <a:t>Introduction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053301" y="841247"/>
            <a:ext cx="5158408" cy="5120640"/>
          </a:xfrm>
        </p:spPr>
        <p:txBody>
          <a:bodyPr anchor="ctr">
            <a:normAutofit/>
          </a:bodyPr>
          <a:lstStyle/>
          <a:p>
            <a:r>
              <a:rPr lang="en-US" sz="2000" dirty="0">
                <a:solidFill>
                  <a:schemeClr val="tx2"/>
                </a:solidFill>
                <a:latin typeface="Abadi" panose="020B0604020104020204" pitchFamily="34" charset="0"/>
              </a:rPr>
              <a:t>Objective: Predict and understand youth drug use patterns using NSDUH 2023 data.</a:t>
            </a:r>
          </a:p>
          <a:p>
            <a:pPr marL="0" indent="0">
              <a:buNone/>
            </a:pPr>
            <a:endParaRPr lang="en-US" sz="2000" dirty="0">
              <a:solidFill>
                <a:schemeClr val="tx2"/>
              </a:solidFill>
              <a:latin typeface="Abadi" panose="020B0604020104020204" pitchFamily="34" charset="0"/>
            </a:endParaRPr>
          </a:p>
          <a:p>
            <a:r>
              <a:rPr lang="en-US" sz="2000" dirty="0">
                <a:solidFill>
                  <a:schemeClr val="tx2"/>
                </a:solidFill>
                <a:latin typeface="Abadi" panose="020B0604020104020204" pitchFamily="34" charset="0"/>
              </a:rPr>
              <a:t>Target behaviors: Alcohol, marijuana, and cigarette use.</a:t>
            </a:r>
          </a:p>
          <a:p>
            <a:pPr marL="0" indent="0">
              <a:buNone/>
            </a:pPr>
            <a:endParaRPr lang="en-US" sz="2000" dirty="0">
              <a:solidFill>
                <a:schemeClr val="tx2"/>
              </a:solidFill>
              <a:latin typeface="Abadi" panose="020B0604020104020204" pitchFamily="34" charset="0"/>
            </a:endParaRPr>
          </a:p>
          <a:p>
            <a:r>
              <a:rPr lang="en-US" sz="2000" dirty="0">
                <a:solidFill>
                  <a:schemeClr val="tx2"/>
                </a:solidFill>
                <a:latin typeface="Abadi" panose="020B0604020104020204" pitchFamily="34" charset="0"/>
              </a:rPr>
              <a:t>Method: Apply interpretable decision tree-based models.</a:t>
            </a:r>
          </a:p>
          <a:p>
            <a:pPr marL="0" indent="0">
              <a:buNone/>
            </a:pPr>
            <a:endParaRPr lang="en-US" sz="2000" dirty="0">
              <a:solidFill>
                <a:schemeClr val="tx2"/>
              </a:solidFill>
              <a:latin typeface="Abadi" panose="020B0604020104020204" pitchFamily="34" charset="0"/>
            </a:endParaRPr>
          </a:p>
          <a:p>
            <a:r>
              <a:rPr lang="en-US" sz="2000" dirty="0">
                <a:solidFill>
                  <a:schemeClr val="tx2"/>
                </a:solidFill>
                <a:latin typeface="Abadi" panose="020B0604020104020204" pitchFamily="34" charset="0"/>
              </a:rPr>
              <a:t>Importance: Early identification of risk factors helps inform policy and interventions.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Color Cover">
            <a:extLst>
              <a:ext uri="{FF2B5EF4-FFF2-40B4-BE49-F238E27FC236}">
                <a16:creationId xmlns:a16="http://schemas.microsoft.com/office/drawing/2014/main" id="{815925C2-A704-4D47-B1C1-3FCA52512E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1D4315C-C23C-4FD3-98DF-08C29E2292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5E6B47BC-43FD-4C91-8BFF-B41B99A8A39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4548176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3038185-AC3C-4595-945F-25311424C58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75D51AA0-C095-4650-A361-B294320BFE4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89788" y="841248"/>
            <a:ext cx="3847200" cy="5340097"/>
          </a:xfrm>
        </p:spPr>
        <p:txBody>
          <a:bodyPr anchor="ctr">
            <a:normAutofit/>
          </a:bodyPr>
          <a:lstStyle/>
          <a:p>
            <a:pPr algn="l"/>
            <a:r>
              <a:rPr lang="en-US" sz="4200" dirty="0">
                <a:solidFill>
                  <a:schemeClr val="bg1"/>
                </a:solidFill>
                <a:latin typeface="Amasis MT Pro" panose="02040504050005020304" pitchFamily="18" charset="0"/>
              </a:rPr>
              <a:t>Theoretical Background</a:t>
            </a:r>
          </a:p>
        </p:txBody>
      </p:sp>
      <p:graphicFrame>
        <p:nvGraphicFramePr>
          <p:cNvPr id="25" name="Content Placeholder 2">
            <a:extLst>
              <a:ext uri="{FF2B5EF4-FFF2-40B4-BE49-F238E27FC236}">
                <a16:creationId xmlns:a16="http://schemas.microsoft.com/office/drawing/2014/main" id="{CE589F61-7759-AA1B-006F-C03F91A58187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163733915"/>
              </p:ext>
            </p:extLst>
          </p:nvPr>
        </p:nvGraphicFramePr>
        <p:xfrm>
          <a:off x="4848307" y="841247"/>
          <a:ext cx="3892570" cy="5340097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44D65982-4F00-4330-8DAA-DE6A9E4D6D2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09115B9-5BFD-478D-9C87-29ADB3AF172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88" y="0"/>
            <a:ext cx="9141712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8D57F946-2E03-4DE1-91F8-25BEDC6635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-2"/>
            <a:ext cx="2601175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598881B-E007-4AAF-BA50-0AD61821922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87A6DD9E-16A5-46AE-A522-D46D6BEDF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 rot="16200000">
            <a:off x="-994410" y="1780524"/>
            <a:ext cx="4471416" cy="2788920"/>
          </a:xfrm>
        </p:spPr>
        <p:txBody>
          <a:bodyPr anchor="ctr">
            <a:normAutofit/>
          </a:bodyPr>
          <a:lstStyle/>
          <a:p>
            <a:pPr algn="l"/>
            <a:r>
              <a:rPr lang="en-US" sz="4200" dirty="0">
                <a:solidFill>
                  <a:schemeClr val="bg1"/>
                </a:solidFill>
                <a:latin typeface="Amasis MT Pro" panose="02040504050005020304" pitchFamily="18" charset="0"/>
              </a:rPr>
              <a:t>Methodology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053301" y="841247"/>
            <a:ext cx="5158408" cy="5120640"/>
          </a:xfrm>
        </p:spPr>
        <p:txBody>
          <a:bodyPr anchor="ctr">
            <a:normAutofit/>
          </a:bodyPr>
          <a:lstStyle/>
          <a:p>
            <a:r>
              <a:rPr lang="en-US" sz="1800" dirty="0">
                <a:solidFill>
                  <a:schemeClr val="tx2"/>
                </a:solidFill>
                <a:latin typeface="Abadi" panose="020B0604020104020204" pitchFamily="34" charset="0"/>
              </a:rPr>
              <a:t>Tools: Python (pandas, matplotlib, </a:t>
            </a:r>
            <a:r>
              <a:rPr lang="en-US" sz="1800" dirty="0" err="1">
                <a:solidFill>
                  <a:schemeClr val="tx2"/>
                </a:solidFill>
                <a:latin typeface="Abadi" panose="020B0604020104020204" pitchFamily="34" charset="0"/>
              </a:rPr>
              <a:t>sklearn</a:t>
            </a:r>
            <a:r>
              <a:rPr lang="en-US" sz="1800" dirty="0">
                <a:solidFill>
                  <a:schemeClr val="tx2"/>
                </a:solidFill>
                <a:latin typeface="Abadi" panose="020B0604020104020204" pitchFamily="34" charset="0"/>
              </a:rPr>
              <a:t>)</a:t>
            </a:r>
          </a:p>
          <a:p>
            <a:pPr marL="0" indent="0">
              <a:buNone/>
            </a:pPr>
            <a:endParaRPr lang="en-US" sz="1800" dirty="0">
              <a:solidFill>
                <a:schemeClr val="tx2"/>
              </a:solidFill>
              <a:latin typeface="Abadi" panose="020B0604020104020204" pitchFamily="34" charset="0"/>
            </a:endParaRPr>
          </a:p>
          <a:p>
            <a:r>
              <a:rPr lang="en-US" sz="1800" dirty="0">
                <a:solidFill>
                  <a:schemeClr val="tx2"/>
                </a:solidFill>
                <a:latin typeface="Abadi" panose="020B0604020104020204" pitchFamily="34" charset="0"/>
              </a:rPr>
              <a:t>Data Prep:</a:t>
            </a:r>
          </a:p>
          <a:p>
            <a:pPr marL="0" indent="0">
              <a:buNone/>
            </a:pPr>
            <a:r>
              <a:rPr lang="en-US" sz="1800" dirty="0">
                <a:solidFill>
                  <a:schemeClr val="tx2"/>
                </a:solidFill>
                <a:latin typeface="Abadi" panose="020B0604020104020204" pitchFamily="34" charset="0"/>
              </a:rPr>
              <a:t>	  - Removed duplicates</a:t>
            </a:r>
          </a:p>
          <a:p>
            <a:pPr marL="0" indent="0">
              <a:buNone/>
            </a:pPr>
            <a:r>
              <a:rPr lang="en-US" sz="1800" dirty="0">
                <a:solidFill>
                  <a:schemeClr val="tx2"/>
                </a:solidFill>
                <a:latin typeface="Abadi" panose="020B0604020104020204" pitchFamily="34" charset="0"/>
              </a:rPr>
              <a:t>	  - Dropped columns with &gt;10% missing values</a:t>
            </a:r>
          </a:p>
          <a:p>
            <a:pPr marL="0" indent="0">
              <a:buNone/>
            </a:pPr>
            <a:r>
              <a:rPr lang="en-US" sz="1800" dirty="0">
                <a:solidFill>
                  <a:schemeClr val="tx2"/>
                </a:solidFill>
                <a:latin typeface="Abadi" panose="020B0604020104020204" pitchFamily="34" charset="0"/>
              </a:rPr>
              <a:t>	  - Recoded categorical variables (e.g., gender, race)</a:t>
            </a:r>
          </a:p>
          <a:p>
            <a:pPr marL="0" indent="0">
              <a:buNone/>
            </a:pPr>
            <a:r>
              <a:rPr lang="en-US" sz="1800" dirty="0">
                <a:solidFill>
                  <a:schemeClr val="tx2"/>
                </a:solidFill>
                <a:latin typeface="Abadi" panose="020B0604020104020204" pitchFamily="34" charset="0"/>
              </a:rPr>
              <a:t>	  - Created new binary target 'CIG_USED'</a:t>
            </a:r>
          </a:p>
          <a:p>
            <a:r>
              <a:rPr lang="en-US" sz="1800" dirty="0">
                <a:solidFill>
                  <a:schemeClr val="tx2"/>
                </a:solidFill>
                <a:latin typeface="Abadi" panose="020B0604020104020204" pitchFamily="34" charset="0"/>
              </a:rPr>
              <a:t>Features used: IRCIGFM, IRMJFM, IRALCFM, INCOME, SCHFELT, IRSEX, NEWRACE2</a:t>
            </a: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Color Cover">
            <a:extLst>
              <a:ext uri="{FF2B5EF4-FFF2-40B4-BE49-F238E27FC236}">
                <a16:creationId xmlns:a16="http://schemas.microsoft.com/office/drawing/2014/main" id="{815925C2-A704-4D47-B1C1-3FCA52512E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1D4315C-C23C-4FD3-98DF-08C29E2292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5E6B47BC-43FD-4C91-8BFF-B41B99A8A39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4548176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3038185-AC3C-4595-945F-25311424C58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75D51AA0-C095-4650-A361-B294320BFE4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89788" y="841248"/>
            <a:ext cx="3847200" cy="5340097"/>
          </a:xfrm>
        </p:spPr>
        <p:txBody>
          <a:bodyPr anchor="ctr">
            <a:normAutofit/>
          </a:bodyPr>
          <a:lstStyle/>
          <a:p>
            <a:pPr algn="l"/>
            <a:r>
              <a:rPr lang="en-US" sz="4200" dirty="0">
                <a:solidFill>
                  <a:schemeClr val="bg1"/>
                </a:solidFill>
                <a:latin typeface="Amasis MT Pro" panose="02040504050005020304" pitchFamily="18" charset="0"/>
              </a:rPr>
              <a:t>Exploratory Data Analysis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848306" y="841247"/>
            <a:ext cx="3902404" cy="5340097"/>
          </a:xfrm>
        </p:spPr>
        <p:txBody>
          <a:bodyPr anchor="ctr">
            <a:normAutofit/>
          </a:bodyPr>
          <a:lstStyle/>
          <a:p>
            <a:r>
              <a:rPr lang="en-US" sz="1800" dirty="0">
                <a:solidFill>
                  <a:schemeClr val="tx2"/>
                </a:solidFill>
                <a:latin typeface="Abadi" panose="020B0604020104020204" pitchFamily="34" charset="0"/>
              </a:rPr>
              <a:t>Correlation Matrix to understand feature relationships</a:t>
            </a:r>
          </a:p>
          <a:p>
            <a:pPr marL="0" indent="0">
              <a:buNone/>
            </a:pPr>
            <a:endParaRPr lang="en-US" sz="1800" dirty="0">
              <a:solidFill>
                <a:schemeClr val="tx2"/>
              </a:solidFill>
              <a:latin typeface="Abadi" panose="020B0604020104020204" pitchFamily="34" charset="0"/>
            </a:endParaRPr>
          </a:p>
          <a:p>
            <a:r>
              <a:rPr lang="en-US" sz="1800" dirty="0">
                <a:solidFill>
                  <a:schemeClr val="tx2"/>
                </a:solidFill>
                <a:latin typeface="Abadi" panose="020B0604020104020204" pitchFamily="34" charset="0"/>
              </a:rPr>
              <a:t>Key correlated features:</a:t>
            </a:r>
          </a:p>
          <a:p>
            <a:pPr marL="0" indent="0">
              <a:buNone/>
            </a:pPr>
            <a:r>
              <a:rPr lang="en-US" sz="1800" dirty="0">
                <a:solidFill>
                  <a:schemeClr val="tx2"/>
                </a:solidFill>
                <a:latin typeface="Abadi" panose="020B0604020104020204" pitchFamily="34" charset="0"/>
              </a:rPr>
              <a:t>	  - Emotional stress (SCHFELT)</a:t>
            </a:r>
          </a:p>
          <a:p>
            <a:pPr marL="0" indent="0">
              <a:buNone/>
            </a:pPr>
            <a:r>
              <a:rPr lang="en-US" sz="1800" dirty="0">
                <a:solidFill>
                  <a:schemeClr val="tx2"/>
                </a:solidFill>
                <a:latin typeface="Abadi" panose="020B0604020104020204" pitchFamily="34" charset="0"/>
              </a:rPr>
              <a:t>	  - Peer influence (FRDMEVR2, FRDPCIG2)</a:t>
            </a:r>
          </a:p>
          <a:p>
            <a:pPr marL="0" indent="0">
              <a:buNone/>
            </a:pPr>
            <a:endParaRPr lang="en-US" sz="1800" dirty="0">
              <a:solidFill>
                <a:schemeClr val="tx2"/>
              </a:solidFill>
              <a:latin typeface="Abadi" panose="020B0604020104020204" pitchFamily="34" charset="0"/>
            </a:endParaRPr>
          </a:p>
          <a:p>
            <a:r>
              <a:rPr lang="en-US" sz="1800" dirty="0">
                <a:solidFill>
                  <a:schemeClr val="tx2"/>
                </a:solidFill>
                <a:latin typeface="Abadi" panose="020B0604020104020204" pitchFamily="34" charset="0"/>
              </a:rPr>
              <a:t>Used EDA to guide model feature selection</a:t>
            </a: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Slide background fill">
            <a:extLst>
              <a:ext uri="{FF2B5EF4-FFF2-40B4-BE49-F238E27FC236}">
                <a16:creationId xmlns:a16="http://schemas.microsoft.com/office/drawing/2014/main" id="{8DF67618-B87B-4195-8E24-3B126F79FF5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" name="Color 2">
            <a:extLst>
              <a:ext uri="{FF2B5EF4-FFF2-40B4-BE49-F238E27FC236}">
                <a16:creationId xmlns:a16="http://schemas.microsoft.com/office/drawing/2014/main" id="{64960379-9FF9-400A-A8A8-F5AB633FD3B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C491629-AE25-486B-9B22-2CE4EE8F7E4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4663619" cy="6858000"/>
            <a:chOff x="651279" y="598259"/>
            <a:chExt cx="10889442" cy="5680742"/>
          </a:xfrm>
        </p:grpSpPr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590EB173-7DC2-4BE8-BC08-19BC09DBD9C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" name="Color">
              <a:extLst>
                <a:ext uri="{FF2B5EF4-FFF2-40B4-BE49-F238E27FC236}">
                  <a16:creationId xmlns:a16="http://schemas.microsoft.com/office/drawing/2014/main" id="{0731E2C9-2CF0-48B4-9CEA-35B2199AF40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43035" y="841248"/>
            <a:ext cx="4167791" cy="5340097"/>
          </a:xfrm>
        </p:spPr>
        <p:txBody>
          <a:bodyPr anchor="ctr">
            <a:normAutofit/>
          </a:bodyPr>
          <a:lstStyle/>
          <a:p>
            <a:pPr algn="l"/>
            <a:r>
              <a:rPr lang="en-US" sz="4200" dirty="0">
                <a:solidFill>
                  <a:schemeClr val="bg1"/>
                </a:solidFill>
                <a:latin typeface="Amasis MT Pro" panose="02040504050005020304" pitchFamily="18" charset="0"/>
              </a:rPr>
              <a:t>Model 1 - Binary Classification (CIG_USED)</a:t>
            </a:r>
          </a:p>
        </p:txBody>
      </p: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DAA6D9D3-A3E1-C53C-215A-A28A24C4B795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89074089"/>
              </p:ext>
            </p:extLst>
          </p:nvPr>
        </p:nvGraphicFramePr>
        <p:xfrm>
          <a:off x="4894221" y="529388"/>
          <a:ext cx="3621129" cy="565195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Color Cover">
            <a:extLst>
              <a:ext uri="{FF2B5EF4-FFF2-40B4-BE49-F238E27FC236}">
                <a16:creationId xmlns:a16="http://schemas.microsoft.com/office/drawing/2014/main" id="{815925C2-A704-4D47-B1C1-3FCA52512E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" name="Color Cover">
            <a:extLst>
              <a:ext uri="{FF2B5EF4-FFF2-40B4-BE49-F238E27FC236}">
                <a16:creationId xmlns:a16="http://schemas.microsoft.com/office/drawing/2014/main" id="{01D4315C-C23C-4FD3-98DF-08C29E2292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5E6B47BC-43FD-4C91-8BFF-B41B99A8A39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4548176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3038185-AC3C-4595-945F-25311424C58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75D51AA0-C095-4650-A361-B294320BFE4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67631" y="841248"/>
            <a:ext cx="4476808" cy="5340097"/>
          </a:xfrm>
        </p:spPr>
        <p:txBody>
          <a:bodyPr anchor="ctr">
            <a:normAutofit/>
          </a:bodyPr>
          <a:lstStyle/>
          <a:p>
            <a:pPr algn="l"/>
            <a:r>
              <a:rPr lang="en-US" sz="4200" dirty="0">
                <a:solidFill>
                  <a:schemeClr val="bg1"/>
                </a:solidFill>
                <a:latin typeface="Amasis MT Pro" panose="02040504050005020304" pitchFamily="18" charset="0"/>
              </a:rPr>
              <a:t>Model 2 – Multi Class Classification (IRMJFM)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848307" y="841247"/>
            <a:ext cx="3814540" cy="5340097"/>
          </a:xfrm>
        </p:spPr>
        <p:txBody>
          <a:bodyPr anchor="ctr">
            <a:normAutofit/>
          </a:bodyPr>
          <a:lstStyle/>
          <a:p>
            <a:r>
              <a:rPr lang="en-US" sz="2000" dirty="0">
                <a:solidFill>
                  <a:schemeClr val="tx2"/>
                </a:solidFill>
                <a:latin typeface="Abadi" panose="020B0604020104020204" pitchFamily="34" charset="0"/>
              </a:rPr>
              <a:t>Target: Marijuana use frequency categories.</a:t>
            </a:r>
          </a:p>
          <a:p>
            <a:pPr marL="0" indent="0">
              <a:buNone/>
            </a:pPr>
            <a:endParaRPr lang="en-US" sz="2000" dirty="0">
              <a:solidFill>
                <a:schemeClr val="tx2"/>
              </a:solidFill>
              <a:latin typeface="Abadi" panose="020B0604020104020204" pitchFamily="34" charset="0"/>
            </a:endParaRPr>
          </a:p>
          <a:p>
            <a:r>
              <a:rPr lang="en-US" sz="2000" dirty="0">
                <a:solidFill>
                  <a:schemeClr val="tx2"/>
                </a:solidFill>
                <a:latin typeface="Abadi" panose="020B0604020104020204" pitchFamily="34" charset="0"/>
              </a:rPr>
              <a:t>Model: Decision Tree Classifier</a:t>
            </a:r>
          </a:p>
          <a:p>
            <a:pPr marL="0" indent="0">
              <a:buNone/>
            </a:pPr>
            <a:endParaRPr lang="en-US" sz="2000" dirty="0">
              <a:solidFill>
                <a:schemeClr val="tx2"/>
              </a:solidFill>
              <a:latin typeface="Abadi" panose="020B0604020104020204" pitchFamily="34" charset="0"/>
            </a:endParaRPr>
          </a:p>
          <a:p>
            <a:r>
              <a:rPr lang="en-US" sz="2000" dirty="0">
                <a:solidFill>
                  <a:schemeClr val="tx2"/>
                </a:solidFill>
                <a:latin typeface="Abadi" panose="020B0604020104020204" pitchFamily="34" charset="0"/>
              </a:rPr>
              <a:t>Influential Features: SCHFELT, alcohol frequency, gender.</a:t>
            </a:r>
          </a:p>
          <a:p>
            <a:pPr marL="0" indent="0">
              <a:buNone/>
            </a:pPr>
            <a:endParaRPr lang="en-US" sz="2000" dirty="0">
              <a:solidFill>
                <a:schemeClr val="tx2"/>
              </a:solidFill>
              <a:latin typeface="Abadi" panose="020B0604020104020204" pitchFamily="34" charset="0"/>
            </a:endParaRPr>
          </a:p>
          <a:p>
            <a:r>
              <a:rPr lang="en-US" sz="2000" dirty="0">
                <a:solidFill>
                  <a:schemeClr val="tx2"/>
                </a:solidFill>
                <a:latin typeface="Abadi" panose="020B0604020104020204" pitchFamily="34" charset="0"/>
              </a:rPr>
              <a:t>Insights: Predicts usage severity based on emotional and behavioral traits</a:t>
            </a: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8" name="Slide Background Fill">
            <a:extLst>
              <a:ext uri="{FF2B5EF4-FFF2-40B4-BE49-F238E27FC236}">
                <a16:creationId xmlns:a16="http://schemas.microsoft.com/office/drawing/2014/main" id="{C3420C89-0B09-4632-A4AF-3971D08BF7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7" name="Color Cover">
            <a:extLst>
              <a:ext uri="{FF2B5EF4-FFF2-40B4-BE49-F238E27FC236}">
                <a16:creationId xmlns:a16="http://schemas.microsoft.com/office/drawing/2014/main" id="{4E5CBA61-BF74-40B4-A3A8-366BBA626CC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AC27E70C-5470-4262-B9CE-AE52C51CF4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12929"/>
            <a:ext cx="9141714" cy="3490956"/>
            <a:chOff x="651279" y="598259"/>
            <a:chExt cx="10889442" cy="5680742"/>
          </a:xfrm>
        </p:grpSpPr>
        <p:sp>
          <p:nvSpPr>
            <p:cNvPr id="20" name="Color">
              <a:extLst>
                <a:ext uri="{FF2B5EF4-FFF2-40B4-BE49-F238E27FC236}">
                  <a16:creationId xmlns:a16="http://schemas.microsoft.com/office/drawing/2014/main" id="{B5C7D35F-738C-47DF-AD6E-859806E4602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1" name="Color">
              <a:extLst>
                <a:ext uri="{FF2B5EF4-FFF2-40B4-BE49-F238E27FC236}">
                  <a16:creationId xmlns:a16="http://schemas.microsoft.com/office/drawing/2014/main" id="{740F8C8B-E52F-46CF-89C7-51C6A037CFB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E27AF472-EAE3-4572-AB69-B92BD10DBC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BF4DB9D2-6215-420C-874C-82EADF8C6C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1F003139-C97C-44FA-B139-32E4DFDCE9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5CE4DD6E-8CEA-45EE-B630-DBC22144D8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A4372F7F-AA3C-470B-AA61-7C35B7722C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34B605BF-D199-43DD-9328-E99F2ADFC6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E5D42A77-7336-4A35-8922-8098A16AA27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7401EE7D-B85D-4C10-AB8C-71884EFB11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36356" y="273200"/>
            <a:ext cx="5575038" cy="2587131"/>
          </a:xfrm>
        </p:spPr>
        <p:txBody>
          <a:bodyPr anchor="b">
            <a:normAutofit/>
          </a:bodyPr>
          <a:lstStyle/>
          <a:p>
            <a:pPr algn="l"/>
            <a:r>
              <a:rPr lang="en-US" sz="4200" dirty="0">
                <a:solidFill>
                  <a:schemeClr val="bg1"/>
                </a:solidFill>
                <a:latin typeface="Amasis MT Pro" panose="02040504050005020304" pitchFamily="18" charset="0"/>
              </a:rPr>
              <a:t>Model 3 - Regression (ALCYDAYS)</a:t>
            </a:r>
          </a:p>
        </p:txBody>
      </p: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8C23B36E-5C36-F905-7B73-5F71B81264F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289311826"/>
              </p:ext>
            </p:extLst>
          </p:nvPr>
        </p:nvGraphicFramePr>
        <p:xfrm>
          <a:off x="459762" y="3637882"/>
          <a:ext cx="8040296" cy="284157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Slide background fill">
            <a:extLst>
              <a:ext uri="{FF2B5EF4-FFF2-40B4-BE49-F238E27FC236}">
                <a16:creationId xmlns:a16="http://schemas.microsoft.com/office/drawing/2014/main" id="{8DF67618-B87B-4195-8E24-3B126F79FF5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" name="Color 2">
            <a:extLst>
              <a:ext uri="{FF2B5EF4-FFF2-40B4-BE49-F238E27FC236}">
                <a16:creationId xmlns:a16="http://schemas.microsoft.com/office/drawing/2014/main" id="{64960379-9FF9-400A-A8A8-F5AB633FD3B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C491629-AE25-486B-9B22-2CE4EE8F7E4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4663619" cy="6858000"/>
            <a:chOff x="651279" y="598259"/>
            <a:chExt cx="10889442" cy="5680742"/>
          </a:xfrm>
        </p:grpSpPr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590EB173-7DC2-4BE8-BC08-19BC09DBD9C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" name="Color">
              <a:extLst>
                <a:ext uri="{FF2B5EF4-FFF2-40B4-BE49-F238E27FC236}">
                  <a16:creationId xmlns:a16="http://schemas.microsoft.com/office/drawing/2014/main" id="{0731E2C9-2CF0-48B4-9CEA-35B2199AF40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01066" y="758951"/>
            <a:ext cx="4167791" cy="5340097"/>
          </a:xfrm>
        </p:spPr>
        <p:txBody>
          <a:bodyPr anchor="ctr">
            <a:normAutofit/>
          </a:bodyPr>
          <a:lstStyle/>
          <a:p>
            <a:pPr algn="l"/>
            <a:r>
              <a:rPr lang="en-US" sz="4200" dirty="0">
                <a:solidFill>
                  <a:schemeClr val="bg1"/>
                </a:solidFill>
                <a:latin typeface="Amasis MT Pro" panose="02040504050005020304" pitchFamily="18" charset="0"/>
              </a:rPr>
              <a:t>Key Predictors &amp; Interpretation</a:t>
            </a:r>
          </a:p>
        </p:txBody>
      </p: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653D8F02-C75C-A9D9-9DE8-2A5A2A197231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876966396"/>
              </p:ext>
            </p:extLst>
          </p:nvPr>
        </p:nvGraphicFramePr>
        <p:xfrm>
          <a:off x="4894221" y="529388"/>
          <a:ext cx="3621129" cy="565195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44D65982-4F00-4330-8DAA-DE6A9E4D6D2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09115B9-5BFD-478D-9C87-29ADB3AF172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88" y="0"/>
            <a:ext cx="9141712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8D57F946-2E03-4DE1-91F8-25BEDC6635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-2"/>
            <a:ext cx="2601175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598881B-E007-4AAF-BA50-0AD61821922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87A6DD9E-16A5-46AE-A522-D46D6BEDF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 rot="16200000">
            <a:off x="-1668128" y="996064"/>
            <a:ext cx="5761703" cy="2788920"/>
          </a:xfrm>
        </p:spPr>
        <p:txBody>
          <a:bodyPr anchor="ctr">
            <a:normAutofit/>
          </a:bodyPr>
          <a:lstStyle/>
          <a:p>
            <a:pPr algn="l"/>
            <a:r>
              <a:rPr lang="en-US" sz="4200" dirty="0">
                <a:solidFill>
                  <a:schemeClr val="bg1"/>
                </a:solidFill>
                <a:latin typeface="Amasis MT Pro" panose="02040504050005020304" pitchFamily="18" charset="0"/>
              </a:rPr>
              <a:t>Drawbacks &amp; Improvements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053301" y="841247"/>
            <a:ext cx="5520428" cy="5120640"/>
          </a:xfrm>
        </p:spPr>
        <p:txBody>
          <a:bodyPr anchor="ctr">
            <a:normAutofit/>
          </a:bodyPr>
          <a:lstStyle/>
          <a:p>
            <a:r>
              <a:rPr lang="en-US" sz="1800" dirty="0">
                <a:solidFill>
                  <a:schemeClr val="tx2"/>
                </a:solidFill>
                <a:latin typeface="Abadi" panose="020B0604020104020204" pitchFamily="34" charset="0"/>
              </a:rPr>
              <a:t>Drawbacks:</a:t>
            </a:r>
          </a:p>
          <a:p>
            <a:pPr marL="0" indent="0">
              <a:buNone/>
            </a:pPr>
            <a:r>
              <a:rPr lang="en-US" sz="1800" dirty="0">
                <a:solidFill>
                  <a:schemeClr val="tx2"/>
                </a:solidFill>
                <a:latin typeface="Abadi" panose="020B0604020104020204" pitchFamily="34" charset="0"/>
              </a:rPr>
              <a:t>	- Overfitting in tree models</a:t>
            </a:r>
          </a:p>
          <a:p>
            <a:pPr marL="0" indent="0">
              <a:buNone/>
            </a:pPr>
            <a:r>
              <a:rPr lang="en-US" sz="1800" dirty="0">
                <a:solidFill>
                  <a:schemeClr val="tx2"/>
                </a:solidFill>
                <a:latin typeface="Abadi" panose="020B0604020104020204" pitchFamily="34" charset="0"/>
              </a:rPr>
              <a:t>	- Class imbalance in binary/multi-class tasks</a:t>
            </a:r>
          </a:p>
          <a:p>
            <a:pPr marL="0" indent="0">
              <a:buNone/>
            </a:pPr>
            <a:r>
              <a:rPr lang="en-US" sz="1800" dirty="0">
                <a:solidFill>
                  <a:schemeClr val="tx2"/>
                </a:solidFill>
                <a:latin typeface="Abadi" panose="020B0604020104020204" pitchFamily="34" charset="0"/>
              </a:rPr>
              <a:t>	- No cross-validation used</a:t>
            </a:r>
          </a:p>
          <a:p>
            <a:pPr marL="0" indent="0">
              <a:buNone/>
            </a:pPr>
            <a:r>
              <a:rPr lang="en-US" sz="1800" dirty="0">
                <a:solidFill>
                  <a:schemeClr val="tx2"/>
                </a:solidFill>
                <a:latin typeface="Abadi" panose="020B0604020104020204" pitchFamily="34" charset="0"/>
              </a:rPr>
              <a:t>	- Limited variable selection (out of 2890 possible)</a:t>
            </a:r>
          </a:p>
          <a:p>
            <a:endParaRPr lang="en-US" sz="1800" dirty="0">
              <a:solidFill>
                <a:schemeClr val="tx2"/>
              </a:solidFill>
              <a:latin typeface="Abadi" panose="020B0604020104020204" pitchFamily="34" charset="0"/>
            </a:endParaRPr>
          </a:p>
          <a:p>
            <a:r>
              <a:rPr lang="en-US" sz="1800" dirty="0">
                <a:solidFill>
                  <a:schemeClr val="tx2"/>
                </a:solidFill>
                <a:latin typeface="Abadi" panose="020B0604020104020204" pitchFamily="34" charset="0"/>
              </a:rPr>
              <a:t>Improvements:</a:t>
            </a:r>
          </a:p>
          <a:p>
            <a:pPr marL="0" indent="0">
              <a:buNone/>
            </a:pPr>
            <a:r>
              <a:rPr lang="en-US" sz="1800" dirty="0">
                <a:solidFill>
                  <a:schemeClr val="tx2"/>
                </a:solidFill>
                <a:latin typeface="Abadi" panose="020B0604020104020204" pitchFamily="34" charset="0"/>
              </a:rPr>
              <a:t>	- Use SMOTE/class weights for balancing</a:t>
            </a:r>
          </a:p>
          <a:p>
            <a:pPr marL="0" indent="0">
              <a:buNone/>
            </a:pPr>
            <a:r>
              <a:rPr lang="en-US" sz="1800" dirty="0">
                <a:solidFill>
                  <a:schemeClr val="tx2"/>
                </a:solidFill>
                <a:latin typeface="Abadi" panose="020B0604020104020204" pitchFamily="34" charset="0"/>
              </a:rPr>
              <a:t>	- Apply k-fold cross-validation</a:t>
            </a:r>
          </a:p>
          <a:p>
            <a:pPr marL="0" indent="0">
              <a:buNone/>
            </a:pPr>
            <a:r>
              <a:rPr lang="en-US" sz="1800" dirty="0">
                <a:solidFill>
                  <a:schemeClr val="tx2"/>
                </a:solidFill>
                <a:latin typeface="Abadi" panose="020B0604020104020204" pitchFamily="34" charset="0"/>
              </a:rPr>
              <a:t>	- Expand features: parental involvement, mental 	  	  health</a:t>
            </a: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52" name="Slide Background Fill">
            <a:extLst>
              <a:ext uri="{FF2B5EF4-FFF2-40B4-BE49-F238E27FC236}">
                <a16:creationId xmlns:a16="http://schemas.microsoft.com/office/drawing/2014/main" id="{C3420C89-0B09-4632-A4AF-3971D08BF7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1" name="Color Cover">
            <a:extLst>
              <a:ext uri="{FF2B5EF4-FFF2-40B4-BE49-F238E27FC236}">
                <a16:creationId xmlns:a16="http://schemas.microsoft.com/office/drawing/2014/main" id="{4E5CBA61-BF74-40B4-A3A8-366BBA626CC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49" name="Group 48">
            <a:extLst>
              <a:ext uri="{FF2B5EF4-FFF2-40B4-BE49-F238E27FC236}">
                <a16:creationId xmlns:a16="http://schemas.microsoft.com/office/drawing/2014/main" id="{AC27E70C-5470-4262-B9CE-AE52C51CF4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12929"/>
            <a:ext cx="9141714" cy="3490956"/>
            <a:chOff x="651279" y="598259"/>
            <a:chExt cx="10889442" cy="5680742"/>
          </a:xfrm>
        </p:grpSpPr>
        <p:sp>
          <p:nvSpPr>
            <p:cNvPr id="50" name="Color">
              <a:extLst>
                <a:ext uri="{FF2B5EF4-FFF2-40B4-BE49-F238E27FC236}">
                  <a16:creationId xmlns:a16="http://schemas.microsoft.com/office/drawing/2014/main" id="{B5C7D35F-738C-47DF-AD6E-859806E4602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1" name="Color">
              <a:extLst>
                <a:ext uri="{FF2B5EF4-FFF2-40B4-BE49-F238E27FC236}">
                  <a16:creationId xmlns:a16="http://schemas.microsoft.com/office/drawing/2014/main" id="{740F8C8B-E52F-46CF-89C7-51C6A037CFB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53" name="Group 52">
            <a:extLst>
              <a:ext uri="{FF2B5EF4-FFF2-40B4-BE49-F238E27FC236}">
                <a16:creationId xmlns:a16="http://schemas.microsoft.com/office/drawing/2014/main" id="{E27AF472-EAE3-4572-AB69-B92BD10DBC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BF4DB9D2-6215-420C-874C-82EADF8C6C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1F003139-C97C-44FA-B139-32E4DFDCE9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5CE4DD6E-8CEA-45EE-B630-DBC22144D8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A4372F7F-AA3C-470B-AA61-7C35B7722C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34B605BF-D199-43DD-9328-E99F2ADFC6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E5D42A77-7336-4A35-8922-8098A16AA27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7401EE7D-B85D-4C10-AB8C-71884EFB11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89787" y="339599"/>
            <a:ext cx="4269714" cy="2587131"/>
          </a:xfrm>
        </p:spPr>
        <p:txBody>
          <a:bodyPr anchor="b">
            <a:normAutofit/>
          </a:bodyPr>
          <a:lstStyle/>
          <a:p>
            <a:pPr algn="l"/>
            <a:r>
              <a:rPr lang="en-US" sz="4200" dirty="0">
                <a:solidFill>
                  <a:schemeClr val="bg1"/>
                </a:solidFill>
                <a:latin typeface="Amasis MT Pro" panose="02040504050005020304" pitchFamily="18" charset="0"/>
              </a:rPr>
              <a:t>Ethical Considerations</a:t>
            </a:r>
          </a:p>
        </p:txBody>
      </p: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3A5950E0-5461-844F-8DD7-E1890F0AF80C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051484640"/>
              </p:ext>
            </p:extLst>
          </p:nvPr>
        </p:nvGraphicFramePr>
        <p:xfrm>
          <a:off x="594247" y="3716771"/>
          <a:ext cx="7898230" cy="2788247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Rectangle 29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4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32" name="Group 31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5600700" cy="6858000"/>
            <a:chOff x="7467600" y="0"/>
            <a:chExt cx="4724400" cy="6858000"/>
          </a:xfrm>
        </p:grpSpPr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" name="Rectangle 33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5527275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38" name="Rectangle 37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42900" y="990600"/>
            <a:ext cx="84582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13405" y="990600"/>
            <a:ext cx="3543302" cy="4876800"/>
          </a:xfrm>
          <a:solidFill>
            <a:srgbClr val="E9EFDC"/>
          </a:solidFill>
        </p:spPr>
        <p:txBody>
          <a:bodyPr anchor="t">
            <a:normAutofit/>
          </a:bodyPr>
          <a:lstStyle/>
          <a:p>
            <a:br>
              <a:rPr lang="en-US" sz="3500" dirty="0">
                <a:latin typeface="Amasis MT Pro" panose="02040504050005020304" pitchFamily="18" charset="0"/>
              </a:rPr>
            </a:br>
            <a:br>
              <a:rPr lang="en-US" sz="3500" dirty="0">
                <a:latin typeface="Amasis MT Pro" panose="02040504050005020304" pitchFamily="18" charset="0"/>
              </a:rPr>
            </a:br>
            <a:br>
              <a:rPr lang="en-US" sz="3500" dirty="0">
                <a:latin typeface="Amasis MT Pro" panose="02040504050005020304" pitchFamily="18" charset="0"/>
              </a:rPr>
            </a:br>
            <a:br>
              <a:rPr lang="en-US" sz="3500" dirty="0">
                <a:latin typeface="Amasis MT Pro" panose="02040504050005020304" pitchFamily="18" charset="0"/>
              </a:rPr>
            </a:br>
            <a:r>
              <a:rPr lang="en-US" sz="3500" dirty="0">
                <a:latin typeface="Amasis MT Pro" panose="02040504050005020304" pitchFamily="18" charset="0"/>
              </a:rPr>
              <a:t>Conclusion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935363" y="990600"/>
            <a:ext cx="4914897" cy="4876800"/>
          </a:xfrm>
          <a:solidFill>
            <a:srgbClr val="B4D0CF"/>
          </a:solidFill>
        </p:spPr>
        <p:txBody>
          <a:bodyPr>
            <a:normAutofit/>
          </a:bodyPr>
          <a:lstStyle/>
          <a:p>
            <a:pPr>
              <a:lnSpc>
                <a:spcPct val="90000"/>
              </a:lnSpc>
            </a:pPr>
            <a:r>
              <a:rPr lang="en-US" sz="1900" dirty="0">
                <a:solidFill>
                  <a:schemeClr val="tx1">
                    <a:alpha val="55000"/>
                  </a:schemeClr>
                </a:solidFill>
                <a:latin typeface="Abadi" panose="020B0604020104020204" pitchFamily="34" charset="0"/>
              </a:rPr>
              <a:t>Decision Trees provided insights into key predictors of youth drug use.</a:t>
            </a:r>
          </a:p>
          <a:p>
            <a:pPr marL="0" indent="0">
              <a:lnSpc>
                <a:spcPct val="90000"/>
              </a:lnSpc>
              <a:buNone/>
            </a:pPr>
            <a:endParaRPr lang="en-US" sz="1900" dirty="0">
              <a:solidFill>
                <a:schemeClr val="tx1">
                  <a:alpha val="55000"/>
                </a:schemeClr>
              </a:solidFill>
              <a:latin typeface="Abadi" panose="020B0604020104020204" pitchFamily="34" charset="0"/>
            </a:endParaRPr>
          </a:p>
          <a:p>
            <a:pPr>
              <a:lnSpc>
                <a:spcPct val="90000"/>
              </a:lnSpc>
            </a:pPr>
            <a:r>
              <a:rPr lang="en-US" sz="1900" dirty="0">
                <a:solidFill>
                  <a:schemeClr val="tx1">
                    <a:alpha val="55000"/>
                  </a:schemeClr>
                </a:solidFill>
                <a:latin typeface="Abadi" panose="020B0604020104020204" pitchFamily="34" charset="0"/>
              </a:rPr>
              <a:t>SCHFELT (emotional stress) was a consistent and strong predictor.</a:t>
            </a:r>
          </a:p>
          <a:p>
            <a:pPr marL="0" indent="0">
              <a:lnSpc>
                <a:spcPct val="90000"/>
              </a:lnSpc>
              <a:buNone/>
            </a:pPr>
            <a:endParaRPr lang="en-US" sz="1900" dirty="0">
              <a:solidFill>
                <a:schemeClr val="tx1">
                  <a:alpha val="55000"/>
                </a:schemeClr>
              </a:solidFill>
              <a:latin typeface="Abadi" panose="020B0604020104020204" pitchFamily="34" charset="0"/>
            </a:endParaRPr>
          </a:p>
          <a:p>
            <a:pPr>
              <a:lnSpc>
                <a:spcPct val="90000"/>
              </a:lnSpc>
            </a:pPr>
            <a:r>
              <a:rPr lang="en-US" sz="1900" dirty="0">
                <a:solidFill>
                  <a:schemeClr val="tx1">
                    <a:alpha val="55000"/>
                  </a:schemeClr>
                </a:solidFill>
                <a:latin typeface="Abadi" panose="020B0604020104020204" pitchFamily="34" charset="0"/>
              </a:rPr>
              <a:t>Gender, race, income also influential.</a:t>
            </a:r>
          </a:p>
          <a:p>
            <a:pPr marL="0" indent="0">
              <a:lnSpc>
                <a:spcPct val="90000"/>
              </a:lnSpc>
              <a:buNone/>
            </a:pPr>
            <a:endParaRPr lang="en-US" sz="1900" dirty="0">
              <a:solidFill>
                <a:schemeClr val="tx1">
                  <a:alpha val="55000"/>
                </a:schemeClr>
              </a:solidFill>
              <a:latin typeface="Abadi" panose="020B0604020104020204" pitchFamily="34" charset="0"/>
            </a:endParaRPr>
          </a:p>
          <a:p>
            <a:pPr>
              <a:lnSpc>
                <a:spcPct val="90000"/>
              </a:lnSpc>
            </a:pPr>
            <a:r>
              <a:rPr lang="en-US" sz="1900" dirty="0">
                <a:solidFill>
                  <a:schemeClr val="tx1">
                    <a:alpha val="55000"/>
                  </a:schemeClr>
                </a:solidFill>
                <a:latin typeface="Abadi" panose="020B0604020104020204" pitchFamily="34" charset="0"/>
              </a:rPr>
              <a:t>Need for better generalization through tuning &amp; validation.</a:t>
            </a:r>
          </a:p>
          <a:p>
            <a:pPr marL="0" indent="0">
              <a:lnSpc>
                <a:spcPct val="90000"/>
              </a:lnSpc>
              <a:buNone/>
            </a:pPr>
            <a:endParaRPr lang="en-US" sz="1900" dirty="0">
              <a:solidFill>
                <a:schemeClr val="tx1">
                  <a:alpha val="55000"/>
                </a:schemeClr>
              </a:solidFill>
              <a:latin typeface="Abadi" panose="020B0604020104020204" pitchFamily="34" charset="0"/>
            </a:endParaRPr>
          </a:p>
          <a:p>
            <a:pPr>
              <a:lnSpc>
                <a:spcPct val="90000"/>
              </a:lnSpc>
            </a:pPr>
            <a:r>
              <a:rPr lang="en-US" sz="1900" dirty="0">
                <a:solidFill>
                  <a:schemeClr val="tx1">
                    <a:alpha val="55000"/>
                  </a:schemeClr>
                </a:solidFill>
                <a:latin typeface="Abadi" panose="020B0604020104020204" pitchFamily="34" charset="0"/>
              </a:rPr>
              <a:t>Future work: Ensemble models, deeper feature exploration.</a:t>
            </a: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9" name="Slide Background Fill">
            <a:extLst>
              <a:ext uri="{FF2B5EF4-FFF2-40B4-BE49-F238E27FC236}">
                <a16:creationId xmlns:a16="http://schemas.microsoft.com/office/drawing/2014/main" id="{C7D023E4-8DE1-436E-9847-ED6A4B4B04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88" y="0"/>
            <a:ext cx="914171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0" name="Color Cover">
            <a:extLst>
              <a:ext uri="{FF2B5EF4-FFF2-40B4-BE49-F238E27FC236}">
                <a16:creationId xmlns:a16="http://schemas.microsoft.com/office/drawing/2014/main" id="{6BE11944-ED05-4FE9-9927-06C110BB3A3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88" y="0"/>
            <a:ext cx="9141712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A2812508-238C-4BCD-BDD3-25C99C5CA23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-7167"/>
            <a:ext cx="9141714" cy="3490956"/>
            <a:chOff x="651279" y="598259"/>
            <a:chExt cx="10889442" cy="5680742"/>
          </a:xfrm>
        </p:grpSpPr>
        <p:sp>
          <p:nvSpPr>
            <p:cNvPr id="12" name="Color">
              <a:extLst>
                <a:ext uri="{FF2B5EF4-FFF2-40B4-BE49-F238E27FC236}">
                  <a16:creationId xmlns:a16="http://schemas.microsoft.com/office/drawing/2014/main" id="{EA98B5EE-6906-45B1-8691-D06F06B6C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" name="Color">
              <a:extLst>
                <a:ext uri="{FF2B5EF4-FFF2-40B4-BE49-F238E27FC236}">
                  <a16:creationId xmlns:a16="http://schemas.microsoft.com/office/drawing/2014/main" id="{3CB4D77E-DA74-4797-88E4-C7D817D3151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667E71F8-55BA-16D3-C601-5556BD970164}"/>
              </a:ext>
            </a:extLst>
          </p:cNvPr>
          <p:cNvSpPr txBox="1"/>
          <p:nvPr/>
        </p:nvSpPr>
        <p:spPr>
          <a:xfrm>
            <a:off x="592281" y="1014574"/>
            <a:ext cx="7294297" cy="222676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defTabSz="914400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</a:pPr>
            <a:r>
              <a:rPr lang="en-US" sz="4800" kern="1200" dirty="0">
                <a:solidFill>
                  <a:schemeClr val="bg1"/>
                </a:solidFill>
                <a:latin typeface="Amasis MT Pro" panose="02040504050005020304" pitchFamily="18" charset="0"/>
                <a:ea typeface="+mj-ea"/>
                <a:cs typeface="+mj-cs"/>
              </a:rPr>
              <a:t>THANKYOU!!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5FD61EE9-34C3-B34C-BBE9-629374514465}"/>
              </a:ext>
            </a:extLst>
          </p:cNvPr>
          <p:cNvSpPr txBox="1"/>
          <p:nvPr/>
        </p:nvSpPr>
        <p:spPr>
          <a:xfrm>
            <a:off x="5397910" y="4788310"/>
            <a:ext cx="311682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dirty="0">
                <a:latin typeface="Amasis MT Pro" panose="02040504050005020304" pitchFamily="18" charset="0"/>
              </a:rPr>
              <a:t>QUESTIONS?</a:t>
            </a:r>
          </a:p>
        </p:txBody>
      </p:sp>
    </p:spTree>
    <p:extLst>
      <p:ext uri="{BB962C8B-B14F-4D97-AF65-F5344CB8AC3E}">
        <p14:creationId xmlns:p14="http://schemas.microsoft.com/office/powerpoint/2010/main" val="1374840177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18.8|3.7|4|3.8"/>
</p:tagLst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226</TotalTime>
  <Words>571</Words>
  <Application>Microsoft Office PowerPoint</Application>
  <PresentationFormat>On-screen Show (4:3)</PresentationFormat>
  <Paragraphs>96</Paragraphs>
  <Slides>13</Slides>
  <Notes>1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13</vt:i4>
      </vt:variant>
    </vt:vector>
  </HeadingPairs>
  <TitlesOfParts>
    <vt:vector size="19" baseType="lpstr">
      <vt:lpstr>Abadi</vt:lpstr>
      <vt:lpstr>Amasis MT Pro</vt:lpstr>
      <vt:lpstr>Aptos</vt:lpstr>
      <vt:lpstr>Arial</vt:lpstr>
      <vt:lpstr>Calibri</vt:lpstr>
      <vt:lpstr>Office Theme</vt:lpstr>
      <vt:lpstr>Youth Drug Use Prediction (NSDUH 2023)</vt:lpstr>
      <vt:lpstr>Introduction</vt:lpstr>
      <vt:lpstr>Theoretical Background</vt:lpstr>
      <vt:lpstr>Methodology</vt:lpstr>
      <vt:lpstr>Exploratory Data Analysis</vt:lpstr>
      <vt:lpstr>Model 1 - Binary Classification (CIG_USED)</vt:lpstr>
      <vt:lpstr>Model 2 – Multi Class Classification (IRMJFM)</vt:lpstr>
      <vt:lpstr>Model 3 - Regression (ALCYDAYS)</vt:lpstr>
      <vt:lpstr>Key Predictors &amp; Interpretation</vt:lpstr>
      <vt:lpstr>Drawbacks &amp; Improvements</vt:lpstr>
      <vt:lpstr>Ethical Considerations</vt:lpstr>
      <vt:lpstr>    Conclusion</vt:lpstr>
      <vt:lpstr>PowerPoint Presentation</vt:lpstr>
    </vt:vector>
  </TitlesOfParts>
  <Manager/>
  <Company/>
  <LinksUpToDate>false</LinksUpToDate>
  <SharedDoc>false</SharedDoc>
  <HyperlinkBase/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subject/>
  <dc:creator>Mehek Patel</dc:creator>
  <cp:keywords/>
  <dc:description>generated using python-pptx</dc:description>
  <cp:lastModifiedBy>Mehek Patel</cp:lastModifiedBy>
  <cp:revision>3</cp:revision>
  <dcterms:created xsi:type="dcterms:W3CDTF">2013-01-27T09:14:16Z</dcterms:created>
  <dcterms:modified xsi:type="dcterms:W3CDTF">2025-04-18T00:17:23Z</dcterms:modified>
  <cp:category/>
</cp:coreProperties>
</file>